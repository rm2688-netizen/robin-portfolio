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8_998A5536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7" r:id="rId2"/>
    <p:sldId id="274" r:id="rId3"/>
    <p:sldId id="258" r:id="rId4"/>
    <p:sldId id="259" r:id="rId5"/>
    <p:sldId id="263" r:id="rId6"/>
    <p:sldId id="264" r:id="rId7"/>
    <p:sldId id="265" r:id="rId8"/>
    <p:sldId id="276" r:id="rId9"/>
    <p:sldId id="266" r:id="rId10"/>
    <p:sldId id="285" r:id="rId11"/>
    <p:sldId id="283" r:id="rId12"/>
    <p:sldId id="282" r:id="rId13"/>
    <p:sldId id="281" r:id="rId14"/>
    <p:sldId id="280" r:id="rId15"/>
    <p:sldId id="275" r:id="rId16"/>
    <p:sldId id="271" r:id="rId17"/>
    <p:sldId id="279" r:id="rId18"/>
    <p:sldId id="262" r:id="rId19"/>
    <p:sldId id="272" r:id="rId20"/>
    <p:sldId id="273" r:id="rId21"/>
    <p:sldId id="2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16F8FC-3151-4AA7-B237-9AE7520BD7E9}">
          <p14:sldIdLst>
            <p14:sldId id="267"/>
            <p14:sldId id="274"/>
            <p14:sldId id="258"/>
            <p14:sldId id="259"/>
            <p14:sldId id="263"/>
            <p14:sldId id="264"/>
            <p14:sldId id="265"/>
            <p14:sldId id="276"/>
            <p14:sldId id="266"/>
            <p14:sldId id="285"/>
            <p14:sldId id="283"/>
            <p14:sldId id="282"/>
            <p14:sldId id="281"/>
            <p14:sldId id="280"/>
            <p14:sldId id="275"/>
            <p14:sldId id="271"/>
            <p14:sldId id="279"/>
            <p14:sldId id="262"/>
            <p14:sldId id="272"/>
            <p14:sldId id="273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CFAD08-6C77-2D50-6C96-A6F3468AF743}" name="Ankita Sindhu (RIT Student)" initials="AS" userId="S::as5767@rit.edu::892c271f-df11-4c9d-8340-089853bc83bc" providerId="AD"/>
  <p188:author id="{608F78EC-B5B9-83E4-BEBF-354FE837F59E}" name="Megan Wilson (RIT Student)" initials="MS" userId="S::mdw7667@rit.edu::b693d177-7822-4910-b813-39c2ccdb86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448DF-8C60-EA37-0DC3-0AE3B4711ACD}" v="2" dt="2024-02-19T01:44:46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Sindhu (RIT Student)" userId="S::as5767@rit.edu::892c271f-df11-4c9d-8340-089853bc83bc" providerId="AD" clId="Web-{A03F2FE9-C979-4C91-E205-EC480B84D21C}"/>
    <pc:docChg chg="modSld">
      <pc:chgData name="Ankita Sindhu (RIT Student)" userId="S::as5767@rit.edu::892c271f-df11-4c9d-8340-089853bc83bc" providerId="AD" clId="Web-{A03F2FE9-C979-4C91-E205-EC480B84D21C}" dt="2024-02-11T16:24:44.864" v="4" actId="20577"/>
      <pc:docMkLst>
        <pc:docMk/>
      </pc:docMkLst>
      <pc:sldChg chg="modSp">
        <pc:chgData name="Ankita Sindhu (RIT Student)" userId="S::as5767@rit.edu::892c271f-df11-4c9d-8340-089853bc83bc" providerId="AD" clId="Web-{A03F2FE9-C979-4C91-E205-EC480B84D21C}" dt="2024-02-11T16:24:44.864" v="4" actId="20577"/>
        <pc:sldMkLst>
          <pc:docMk/>
          <pc:sldMk cId="196807128" sldId="273"/>
        </pc:sldMkLst>
        <pc:graphicFrameChg chg="modGraphic">
          <ac:chgData name="Ankita Sindhu (RIT Student)" userId="S::as5767@rit.edu::892c271f-df11-4c9d-8340-089853bc83bc" providerId="AD" clId="Web-{A03F2FE9-C979-4C91-E205-EC480B84D21C}" dt="2024-02-11T16:24:44.864" v="4" actId="20577"/>
          <ac:graphicFrameMkLst>
            <pc:docMk/>
            <pc:sldMk cId="196807128" sldId="273"/>
            <ac:graphicFrameMk id="6" creationId="{E67F1E07-3D38-EDFA-0417-DE924A33117E}"/>
          </ac:graphicFrameMkLst>
        </pc:graphicFrameChg>
      </pc:sldChg>
    </pc:docChg>
  </pc:docChgLst>
  <pc:docChgLst>
    <pc:chgData name="Ankita Sindhu (RIT Student)" userId="S::as5767@rit.edu::892c271f-df11-4c9d-8340-089853bc83bc" providerId="AD" clId="Web-{EA5D40AF-812E-8461-87A2-AE9FBBFD7E0E}"/>
    <pc:docChg chg="modSld">
      <pc:chgData name="Ankita Sindhu (RIT Student)" userId="S::as5767@rit.edu::892c271f-df11-4c9d-8340-089853bc83bc" providerId="AD" clId="Web-{EA5D40AF-812E-8461-87A2-AE9FBBFD7E0E}" dt="2024-02-11T15:40:25.951" v="109" actId="20577"/>
      <pc:docMkLst>
        <pc:docMk/>
      </pc:docMkLst>
      <pc:sldChg chg="modSp">
        <pc:chgData name="Ankita Sindhu (RIT Student)" userId="S::as5767@rit.edu::892c271f-df11-4c9d-8340-089853bc83bc" providerId="AD" clId="Web-{EA5D40AF-812E-8461-87A2-AE9FBBFD7E0E}" dt="2024-02-11T15:40:25.951" v="109" actId="20577"/>
        <pc:sldMkLst>
          <pc:docMk/>
          <pc:sldMk cId="289917202" sldId="267"/>
        </pc:sldMkLst>
        <pc:spChg chg="mod">
          <ac:chgData name="Ankita Sindhu (RIT Student)" userId="S::as5767@rit.edu::892c271f-df11-4c9d-8340-089853bc83bc" providerId="AD" clId="Web-{EA5D40AF-812E-8461-87A2-AE9FBBFD7E0E}" dt="2024-02-11T15:40:25.951" v="109" actId="20577"/>
          <ac:spMkLst>
            <pc:docMk/>
            <pc:sldMk cId="289917202" sldId="267"/>
            <ac:spMk id="4" creationId="{42F3CD0E-5950-493E-872E-9FC6E49A8D4A}"/>
          </ac:spMkLst>
        </pc:spChg>
      </pc:sldChg>
    </pc:docChg>
  </pc:docChgLst>
  <pc:docChgLst>
    <pc:chgData name="Anoushka Jagadeesh Puranik (RIT Student)" userId="S::ap3988@rit.edu::59cd2a5e-3750-4650-b659-c9884ad74ab8" providerId="AD" clId="Web-{47BFECE0-73C8-6128-127F-4D83AC162D5D}"/>
    <pc:docChg chg="addSld modSld">
      <pc:chgData name="Anoushka Jagadeesh Puranik (RIT Student)" userId="S::ap3988@rit.edu::59cd2a5e-3750-4650-b659-c9884ad74ab8" providerId="AD" clId="Web-{47BFECE0-73C8-6128-127F-4D83AC162D5D}" dt="2024-02-11T17:40:11.419" v="406" actId="14100"/>
      <pc:docMkLst>
        <pc:docMk/>
      </pc:docMkLst>
      <pc:sldChg chg="modSp">
        <pc:chgData name="Anoushka Jagadeesh Puranik (RIT Student)" userId="S::ap3988@rit.edu::59cd2a5e-3750-4650-b659-c9884ad74ab8" providerId="AD" clId="Web-{47BFECE0-73C8-6128-127F-4D83AC162D5D}" dt="2024-02-11T15:39:28.207" v="252" actId="14100"/>
        <pc:sldMkLst>
          <pc:docMk/>
          <pc:sldMk cId="4127097847" sldId="258"/>
        </pc:sldMkLst>
        <pc:picChg chg="mod">
          <ac:chgData name="Anoushka Jagadeesh Puranik (RIT Student)" userId="S::ap3988@rit.edu::59cd2a5e-3750-4650-b659-c9884ad74ab8" providerId="AD" clId="Web-{47BFECE0-73C8-6128-127F-4D83AC162D5D}" dt="2024-02-11T15:39:28.207" v="252" actId="14100"/>
          <ac:picMkLst>
            <pc:docMk/>
            <pc:sldMk cId="4127097847" sldId="258"/>
            <ac:picMk id="2" creationId="{0A6FB4B8-3B65-A4A3-24F5-17A03B1E0AF1}"/>
          </ac:picMkLst>
        </pc:picChg>
      </pc:sldChg>
      <pc:sldChg chg="addSp delSp modSp">
        <pc:chgData name="Anoushka Jagadeesh Puranik (RIT Student)" userId="S::ap3988@rit.edu::59cd2a5e-3750-4650-b659-c9884ad74ab8" providerId="AD" clId="Web-{47BFECE0-73C8-6128-127F-4D83AC162D5D}" dt="2024-02-11T17:40:11.419" v="406" actId="14100"/>
        <pc:sldMkLst>
          <pc:docMk/>
          <pc:sldMk cId="289917202" sldId="267"/>
        </pc:sldMkLst>
        <pc:spChg chg="mod">
          <ac:chgData name="Anoushka Jagadeesh Puranik (RIT Student)" userId="S::ap3988@rit.edu::59cd2a5e-3750-4650-b659-c9884ad74ab8" providerId="AD" clId="Web-{47BFECE0-73C8-6128-127F-4D83AC162D5D}" dt="2024-02-11T15:39:16.222" v="251" actId="20577"/>
          <ac:spMkLst>
            <pc:docMk/>
            <pc:sldMk cId="289917202" sldId="267"/>
            <ac:spMk id="4" creationId="{42F3CD0E-5950-493E-872E-9FC6E49A8D4A}"/>
          </ac:spMkLst>
        </pc:spChg>
        <pc:spChg chg="del">
          <ac:chgData name="Anoushka Jagadeesh Puranik (RIT Student)" userId="S::ap3988@rit.edu::59cd2a5e-3750-4650-b659-c9884ad74ab8" providerId="AD" clId="Web-{47BFECE0-73C8-6128-127F-4D83AC162D5D}" dt="2024-02-11T17:39:39.246" v="397"/>
          <ac:spMkLst>
            <pc:docMk/>
            <pc:sldMk cId="289917202" sldId="267"/>
            <ac:spMk id="28" creationId="{96888FEF-CE21-4E92-B129-865E6D57D1E7}"/>
          </ac:spMkLst>
        </pc:spChg>
        <pc:picChg chg="add mod">
          <ac:chgData name="Anoushka Jagadeesh Puranik (RIT Student)" userId="S::ap3988@rit.edu::59cd2a5e-3750-4650-b659-c9884ad74ab8" providerId="AD" clId="Web-{47BFECE0-73C8-6128-127F-4D83AC162D5D}" dt="2024-02-11T17:40:11.419" v="406" actId="14100"/>
          <ac:picMkLst>
            <pc:docMk/>
            <pc:sldMk cId="289917202" sldId="267"/>
            <ac:picMk id="2" creationId="{982BC813-8B11-9115-4018-4E9C17DBA8AB}"/>
          </ac:picMkLst>
        </pc:picChg>
      </pc:sldChg>
      <pc:sldChg chg="addSp modSp new">
        <pc:chgData name="Anoushka Jagadeesh Puranik (RIT Student)" userId="S::ap3988@rit.edu::59cd2a5e-3750-4650-b659-c9884ad74ab8" providerId="AD" clId="Web-{47BFECE0-73C8-6128-127F-4D83AC162D5D}" dt="2024-02-11T15:47:24.311" v="395" actId="14100"/>
        <pc:sldMkLst>
          <pc:docMk/>
          <pc:sldMk cId="1531013584" sldId="279"/>
        </pc:sldMkLst>
        <pc:spChg chg="mod">
          <ac:chgData name="Anoushka Jagadeesh Puranik (RIT Student)" userId="S::ap3988@rit.edu::59cd2a5e-3750-4650-b659-c9884ad74ab8" providerId="AD" clId="Web-{47BFECE0-73C8-6128-127F-4D83AC162D5D}" dt="2024-02-11T15:47:00.810" v="391" actId="1076"/>
          <ac:spMkLst>
            <pc:docMk/>
            <pc:sldMk cId="1531013584" sldId="279"/>
            <ac:spMk id="2" creationId="{1E7BAD51-5242-8D46-E6A3-9AE299E4920F}"/>
          </ac:spMkLst>
        </pc:spChg>
        <pc:spChg chg="mod">
          <ac:chgData name="Anoushka Jagadeesh Puranik (RIT Student)" userId="S::ap3988@rit.edu::59cd2a5e-3750-4650-b659-c9884ad74ab8" providerId="AD" clId="Web-{47BFECE0-73C8-6128-127F-4D83AC162D5D}" dt="2024-02-11T15:47:05.013" v="392" actId="14100"/>
          <ac:spMkLst>
            <pc:docMk/>
            <pc:sldMk cId="1531013584" sldId="279"/>
            <ac:spMk id="3" creationId="{CFE7F32D-C015-DA3D-80A3-213951BC8328}"/>
          </ac:spMkLst>
        </pc:spChg>
        <pc:spChg chg="add mod">
          <ac:chgData name="Anoushka Jagadeesh Puranik (RIT Student)" userId="S::ap3988@rit.edu::59cd2a5e-3750-4650-b659-c9884ad74ab8" providerId="AD" clId="Web-{47BFECE0-73C8-6128-127F-4D83AC162D5D}" dt="2024-02-11T15:47:24.311" v="395" actId="14100"/>
          <ac:spMkLst>
            <pc:docMk/>
            <pc:sldMk cId="1531013584" sldId="279"/>
            <ac:spMk id="6" creationId="{8289274E-7D5C-9A85-EF83-97C78982E882}"/>
          </ac:spMkLst>
        </pc:spChg>
        <pc:spChg chg="add mod">
          <ac:chgData name="Anoushka Jagadeesh Puranik (RIT Student)" userId="S::ap3988@rit.edu::59cd2a5e-3750-4650-b659-c9884ad74ab8" providerId="AD" clId="Web-{47BFECE0-73C8-6128-127F-4D83AC162D5D}" dt="2024-02-11T15:46:41.794" v="389" actId="20577"/>
          <ac:spMkLst>
            <pc:docMk/>
            <pc:sldMk cId="1531013584" sldId="279"/>
            <ac:spMk id="7" creationId="{93AEE3B6-7EAC-9518-8651-9044E459979C}"/>
          </ac:spMkLst>
        </pc:spChg>
      </pc:sldChg>
    </pc:docChg>
  </pc:docChgLst>
  <pc:docChgLst>
    <pc:chgData name="Megan Wilson (RIT Student)" userId="S::mdw7667@rit.edu::b693d177-7822-4910-b813-39c2ccdb8636" providerId="AD" clId="Web-{94CF24CF-12FE-7AEB-F6C2-9EF9D0E5CE3C}"/>
    <pc:docChg chg="modSld">
      <pc:chgData name="Megan Wilson (RIT Student)" userId="S::mdw7667@rit.edu::b693d177-7822-4910-b813-39c2ccdb8636" providerId="AD" clId="Web-{94CF24CF-12FE-7AEB-F6C2-9EF9D0E5CE3C}" dt="2024-02-10T19:06:28.773" v="78" actId="20577"/>
      <pc:docMkLst>
        <pc:docMk/>
      </pc:docMkLst>
      <pc:sldChg chg="addSp modSp">
        <pc:chgData name="Megan Wilson (RIT Student)" userId="S::mdw7667@rit.edu::b693d177-7822-4910-b813-39c2ccdb8636" providerId="AD" clId="Web-{94CF24CF-12FE-7AEB-F6C2-9EF9D0E5CE3C}" dt="2024-02-10T19:06:28.773" v="78" actId="20577"/>
        <pc:sldMkLst>
          <pc:docMk/>
          <pc:sldMk cId="2575979830" sldId="264"/>
        </pc:sldMkLst>
        <pc:spChg chg="mod">
          <ac:chgData name="Megan Wilson (RIT Student)" userId="S::mdw7667@rit.edu::b693d177-7822-4910-b813-39c2ccdb8636" providerId="AD" clId="Web-{94CF24CF-12FE-7AEB-F6C2-9EF9D0E5CE3C}" dt="2024-02-10T19:06:28.773" v="78" actId="20577"/>
          <ac:spMkLst>
            <pc:docMk/>
            <pc:sldMk cId="2575979830" sldId="264"/>
            <ac:spMk id="6" creationId="{00000000-0000-0000-0000-000000000000}"/>
          </ac:spMkLst>
        </pc:spChg>
        <pc:picChg chg="add mod">
          <ac:chgData name="Megan Wilson (RIT Student)" userId="S::mdw7667@rit.edu::b693d177-7822-4910-b813-39c2ccdb8636" providerId="AD" clId="Web-{94CF24CF-12FE-7AEB-F6C2-9EF9D0E5CE3C}" dt="2024-02-10T19:03:14.615" v="70" actId="1076"/>
          <ac:picMkLst>
            <pc:docMk/>
            <pc:sldMk cId="2575979830" sldId="264"/>
            <ac:picMk id="2" creationId="{E11AEA13-9FB5-8B78-0CA1-D4266211EBDB}"/>
          </ac:picMkLst>
        </pc:picChg>
      </pc:sldChg>
      <pc:sldChg chg="addSp delSp modSp mod setBg">
        <pc:chgData name="Megan Wilson (RIT Student)" userId="S::mdw7667@rit.edu::b693d177-7822-4910-b813-39c2ccdb8636" providerId="AD" clId="Web-{94CF24CF-12FE-7AEB-F6C2-9EF9D0E5CE3C}" dt="2024-02-10T19:06:05.273" v="76" actId="20577"/>
        <pc:sldMkLst>
          <pc:docMk/>
          <pc:sldMk cId="2509236408" sldId="265"/>
        </pc:sldMkLst>
        <pc:spChg chg="mod">
          <ac:chgData name="Megan Wilson (RIT Student)" userId="S::mdw7667@rit.edu::b693d177-7822-4910-b813-39c2ccdb8636" providerId="AD" clId="Web-{94CF24CF-12FE-7AEB-F6C2-9EF9D0E5CE3C}" dt="2024-02-10T19:06:05.273" v="76" actId="20577"/>
          <ac:spMkLst>
            <pc:docMk/>
            <pc:sldMk cId="2509236408" sldId="265"/>
            <ac:spMk id="6" creationId="{00000000-0000-0000-0000-000000000000}"/>
          </ac:spMkLst>
        </pc:spChg>
        <pc:spChg chg="mod ord">
          <ac:chgData name="Megan Wilson (RIT Student)" userId="S::mdw7667@rit.edu::b693d177-7822-4910-b813-39c2ccdb8636" providerId="AD" clId="Web-{94CF24CF-12FE-7AEB-F6C2-9EF9D0E5CE3C}" dt="2024-02-10T18:56:34.952" v="37"/>
          <ac:spMkLst>
            <pc:docMk/>
            <pc:sldMk cId="2509236408" sldId="265"/>
            <ac:spMk id="8" creationId="{00000000-0000-0000-0000-000000000000}"/>
          </ac:spMkLst>
        </pc:spChg>
        <pc:spChg chg="add del">
          <ac:chgData name="Megan Wilson (RIT Student)" userId="S::mdw7667@rit.edu::b693d177-7822-4910-b813-39c2ccdb8636" providerId="AD" clId="Web-{94CF24CF-12FE-7AEB-F6C2-9EF9D0E5CE3C}" dt="2024-02-10T18:56:11.999" v="32"/>
          <ac:spMkLst>
            <pc:docMk/>
            <pc:sldMk cId="2509236408" sldId="265"/>
            <ac:spMk id="13" creationId="{D55CA618-78A6-47F6-B865-E9315164FB49}"/>
          </ac:spMkLst>
        </pc:spChg>
        <pc:spChg chg="add del">
          <ac:chgData name="Megan Wilson (RIT Student)" userId="S::mdw7667@rit.edu::b693d177-7822-4910-b813-39c2ccdb8636" providerId="AD" clId="Web-{94CF24CF-12FE-7AEB-F6C2-9EF9D0E5CE3C}" dt="2024-02-10T18:56:11.999" v="32"/>
          <ac:spMkLst>
            <pc:docMk/>
            <pc:sldMk cId="2509236408" sldId="265"/>
            <ac:spMk id="19" creationId="{8ED94938-268E-4C0A-A08A-B3980C78BAEB}"/>
          </ac:spMkLst>
        </pc:spChg>
        <pc:spChg chg="add del">
          <ac:chgData name="Megan Wilson (RIT Student)" userId="S::mdw7667@rit.edu::b693d177-7822-4910-b813-39c2ccdb8636" providerId="AD" clId="Web-{94CF24CF-12FE-7AEB-F6C2-9EF9D0E5CE3C}" dt="2024-02-10T18:56:29.296" v="34"/>
          <ac:spMkLst>
            <pc:docMk/>
            <pc:sldMk cId="2509236408" sldId="265"/>
            <ac:spMk id="21" creationId="{C4879EFC-8E62-4E00-973C-C45EE9EC676D}"/>
          </ac:spMkLst>
        </pc:spChg>
        <pc:spChg chg="add del">
          <ac:chgData name="Megan Wilson (RIT Student)" userId="S::mdw7667@rit.edu::b693d177-7822-4910-b813-39c2ccdb8636" providerId="AD" clId="Web-{94CF24CF-12FE-7AEB-F6C2-9EF9D0E5CE3C}" dt="2024-02-10T18:56:29.296" v="34"/>
          <ac:spMkLst>
            <pc:docMk/>
            <pc:sldMk cId="2509236408" sldId="265"/>
            <ac:spMk id="22" creationId="{D6A9C53F-5F90-40A5-8C85-5412D39C8C68}"/>
          </ac:spMkLst>
        </pc:spChg>
        <pc:spChg chg="add del">
          <ac:chgData name="Megan Wilson (RIT Student)" userId="S::mdw7667@rit.edu::b693d177-7822-4910-b813-39c2ccdb8636" providerId="AD" clId="Web-{94CF24CF-12FE-7AEB-F6C2-9EF9D0E5CE3C}" dt="2024-02-10T18:56:34.936" v="36"/>
          <ac:spMkLst>
            <pc:docMk/>
            <pc:sldMk cId="2509236408" sldId="265"/>
            <ac:spMk id="24" creationId="{022BDE4A-8A20-4A69-9C5A-581C82036A4D}"/>
          </ac:spMkLst>
        </pc:spChg>
        <pc:spChg chg="add">
          <ac:chgData name="Megan Wilson (RIT Student)" userId="S::mdw7667@rit.edu::b693d177-7822-4910-b813-39c2ccdb8636" providerId="AD" clId="Web-{94CF24CF-12FE-7AEB-F6C2-9EF9D0E5CE3C}" dt="2024-02-10T18:56:34.952" v="37"/>
          <ac:spMkLst>
            <pc:docMk/>
            <pc:sldMk cId="2509236408" sldId="265"/>
            <ac:spMk id="26" creationId="{99ED5833-B85B-4103-8A3B-CAB0308E6C15}"/>
          </ac:spMkLst>
        </pc:spChg>
        <pc:grpChg chg="add del">
          <ac:chgData name="Megan Wilson (RIT Student)" userId="S::mdw7667@rit.edu::b693d177-7822-4910-b813-39c2ccdb8636" providerId="AD" clId="Web-{94CF24CF-12FE-7AEB-F6C2-9EF9D0E5CE3C}" dt="2024-02-10T18:56:11.999" v="32"/>
          <ac:grpSpMkLst>
            <pc:docMk/>
            <pc:sldMk cId="2509236408" sldId="265"/>
            <ac:grpSpMk id="15" creationId="{B83D307E-DF68-43F8-97CE-0AAE950A7129}"/>
          </ac:grpSpMkLst>
        </pc:grpChg>
        <pc:picChg chg="add mod ord modCrop">
          <ac:chgData name="Megan Wilson (RIT Student)" userId="S::mdw7667@rit.edu::b693d177-7822-4910-b813-39c2ccdb8636" providerId="AD" clId="Web-{94CF24CF-12FE-7AEB-F6C2-9EF9D0E5CE3C}" dt="2024-02-10T18:57:37.734" v="41" actId="1076"/>
          <ac:picMkLst>
            <pc:docMk/>
            <pc:sldMk cId="2509236408" sldId="265"/>
            <ac:picMk id="2" creationId="{DE8DEE55-69BE-5505-BB31-2A55BEA9DF8E}"/>
          </ac:picMkLst>
        </pc:picChg>
        <pc:picChg chg="add mod">
          <ac:chgData name="Megan Wilson (RIT Student)" userId="S::mdw7667@rit.edu::b693d177-7822-4910-b813-39c2ccdb8636" providerId="AD" clId="Web-{94CF24CF-12FE-7AEB-F6C2-9EF9D0E5CE3C}" dt="2024-02-10T18:57:51.984" v="45" actId="14100"/>
          <ac:picMkLst>
            <pc:docMk/>
            <pc:sldMk cId="2509236408" sldId="265"/>
            <ac:picMk id="3" creationId="{932A1A4F-A6E3-85E6-9C11-74A367B8100E}"/>
          </ac:picMkLst>
        </pc:picChg>
      </pc:sldChg>
    </pc:docChg>
  </pc:docChgLst>
  <pc:docChgLst>
    <pc:chgData name="Megan Wilson (RIT Student)" userId="S::mdw7667@rit.edu::b693d177-7822-4910-b813-39c2ccdb8636" providerId="AD" clId="Web-{4F7DDC6A-6D68-1BB1-E4B4-E3E171AADEB0}"/>
    <pc:docChg chg="mod modSld">
      <pc:chgData name="Megan Wilson (RIT Student)" userId="S::mdw7667@rit.edu::b693d177-7822-4910-b813-39c2ccdb8636" providerId="AD" clId="Web-{4F7DDC6A-6D68-1BB1-E4B4-E3E171AADEB0}" dt="2024-02-11T02:19:52.930" v="350" actId="14100"/>
      <pc:docMkLst>
        <pc:docMk/>
      </pc:docMkLst>
      <pc:sldChg chg="modSp addCm modCm">
        <pc:chgData name="Megan Wilson (RIT Student)" userId="S::mdw7667@rit.edu::b693d177-7822-4910-b813-39c2ccdb8636" providerId="AD" clId="Web-{4F7DDC6A-6D68-1BB1-E4B4-E3E171AADEB0}" dt="2024-02-11T02:07:15.244" v="150" actId="20577"/>
        <pc:sldMkLst>
          <pc:docMk/>
          <pc:sldMk cId="2575979830" sldId="264"/>
        </pc:sldMkLst>
        <pc:spChg chg="mod">
          <ac:chgData name="Megan Wilson (RIT Student)" userId="S::mdw7667@rit.edu::b693d177-7822-4910-b813-39c2ccdb8636" providerId="AD" clId="Web-{4F7DDC6A-6D68-1BB1-E4B4-E3E171AADEB0}" dt="2024-02-11T02:07:15.244" v="150" actId="20577"/>
          <ac:spMkLst>
            <pc:docMk/>
            <pc:sldMk cId="2575979830" sldId="264"/>
            <ac:spMk id="6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 modRxn">
              <pc226:chgData name="Megan Wilson (RIT Student)" userId="S::mdw7667@rit.edu::b693d177-7822-4910-b813-39c2ccdb8636" providerId="AD" clId="Web-{4F7DDC6A-6D68-1BB1-E4B4-E3E171AADEB0}" dt="2024-02-11T01:27:44.336" v="47"/>
              <pc2:cmMkLst xmlns:pc2="http://schemas.microsoft.com/office/powerpoint/2019/9/main/command">
                <pc:docMk/>
                <pc:sldMk cId="2575979830" sldId="264"/>
                <pc2:cmMk id="{45965754-50EF-4619-B8DE-C1E73CC27113}"/>
              </pc2:cmMkLst>
              <pc226:cmRplyChg chg="add">
                <pc226:chgData name="Megan Wilson (RIT Student)" userId="S::mdw7667@rit.edu::b693d177-7822-4910-b813-39c2ccdb8636" providerId="AD" clId="Web-{4F7DDC6A-6D68-1BB1-E4B4-E3E171AADEB0}" dt="2024-02-11T01:21:01.792" v="45"/>
                <pc2:cmRplyMkLst xmlns:pc2="http://schemas.microsoft.com/office/powerpoint/2019/9/main/command">
                  <pc:docMk/>
                  <pc:sldMk cId="2575979830" sldId="264"/>
                  <pc2:cmMk id="{45965754-50EF-4619-B8DE-C1E73CC27113}"/>
                  <pc2:cmRplyMk id="{E1C26F44-F86B-49FF-B4C5-75717F6A2DD6}"/>
                </pc2:cmRplyMkLst>
              </pc226:cmRplyChg>
              <pc226:cmRplyChg chg="add">
                <pc226:chgData name="Megan Wilson (RIT Student)" userId="S::mdw7667@rit.edu::b693d177-7822-4910-b813-39c2ccdb8636" providerId="AD" clId="Web-{4F7DDC6A-6D68-1BB1-E4B4-E3E171AADEB0}" dt="2024-02-11T01:18:15.053" v="44"/>
                <pc2:cmRplyMkLst xmlns:pc2="http://schemas.microsoft.com/office/powerpoint/2019/9/main/command">
                  <pc:docMk/>
                  <pc:sldMk cId="2575979830" sldId="264"/>
                  <pc2:cmMk id="{45965754-50EF-4619-B8DE-C1E73CC27113}"/>
                  <pc2:cmRplyMk id="{2C8F844F-DEFD-43FD-ACF9-4B0712E36E67}"/>
                </pc2:cmRplyMkLst>
              </pc226:cmRplyChg>
            </pc226:cmChg>
          </p:ext>
        </pc:extLst>
      </pc:sldChg>
      <pc:sldChg chg="addSp delSp modSp">
        <pc:chgData name="Megan Wilson (RIT Student)" userId="S::mdw7667@rit.edu::b693d177-7822-4910-b813-39c2ccdb8636" providerId="AD" clId="Web-{4F7DDC6A-6D68-1BB1-E4B4-E3E171AADEB0}" dt="2024-02-11T01:39:43.703" v="104" actId="14100"/>
        <pc:sldMkLst>
          <pc:docMk/>
          <pc:sldMk cId="2509236408" sldId="265"/>
        </pc:sldMkLst>
        <pc:spChg chg="mod">
          <ac:chgData name="Megan Wilson (RIT Student)" userId="S::mdw7667@rit.edu::b693d177-7822-4910-b813-39c2ccdb8636" providerId="AD" clId="Web-{4F7DDC6A-6D68-1BB1-E4B4-E3E171AADEB0}" dt="2024-02-11T01:02:19.460" v="1" actId="1076"/>
          <ac:spMkLst>
            <pc:docMk/>
            <pc:sldMk cId="2509236408" sldId="265"/>
            <ac:spMk id="6" creationId="{00000000-0000-0000-0000-000000000000}"/>
          </ac:spMkLst>
        </pc:spChg>
        <pc:spChg chg="ord">
          <ac:chgData name="Megan Wilson (RIT Student)" userId="S::mdw7667@rit.edu::b693d177-7822-4910-b813-39c2ccdb8636" providerId="AD" clId="Web-{4F7DDC6A-6D68-1BB1-E4B4-E3E171AADEB0}" dt="2024-02-11T01:36:23.103" v="63"/>
          <ac:spMkLst>
            <pc:docMk/>
            <pc:sldMk cId="2509236408" sldId="265"/>
            <ac:spMk id="26" creationId="{99ED5833-B85B-4103-8A3B-CAB0308E6C15}"/>
          </ac:spMkLst>
        </pc:spChg>
        <pc:picChg chg="del">
          <ac:chgData name="Megan Wilson (RIT Student)" userId="S::mdw7667@rit.edu::b693d177-7822-4910-b813-39c2ccdb8636" providerId="AD" clId="Web-{4F7DDC6A-6D68-1BB1-E4B4-E3E171AADEB0}" dt="2024-02-11T01:02:23.461" v="2"/>
          <ac:picMkLst>
            <pc:docMk/>
            <pc:sldMk cId="2509236408" sldId="265"/>
            <ac:picMk id="2" creationId="{DE8DEE55-69BE-5505-BB31-2A55BEA9DF8E}"/>
          </ac:picMkLst>
        </pc:picChg>
        <pc:picChg chg="del">
          <ac:chgData name="Megan Wilson (RIT Student)" userId="S::mdw7667@rit.edu::b693d177-7822-4910-b813-39c2ccdb8636" providerId="AD" clId="Web-{4F7DDC6A-6D68-1BB1-E4B4-E3E171AADEB0}" dt="2024-02-11T01:02:26.789" v="3"/>
          <ac:picMkLst>
            <pc:docMk/>
            <pc:sldMk cId="2509236408" sldId="265"/>
            <ac:picMk id="3" creationId="{932A1A4F-A6E3-85E6-9C11-74A367B8100E}"/>
          </ac:picMkLst>
        </pc:picChg>
        <pc:picChg chg="add del mod">
          <ac:chgData name="Megan Wilson (RIT Student)" userId="S::mdw7667@rit.edu::b693d177-7822-4910-b813-39c2ccdb8636" providerId="AD" clId="Web-{4F7DDC6A-6D68-1BB1-E4B4-E3E171AADEB0}" dt="2024-02-11T01:34:57.475" v="48"/>
          <ac:picMkLst>
            <pc:docMk/>
            <pc:sldMk cId="2509236408" sldId="265"/>
            <ac:picMk id="4" creationId="{C96E746F-28C9-2C0C-74B8-2BBB4F8CEEB3}"/>
          </ac:picMkLst>
        </pc:picChg>
        <pc:picChg chg="add mod ord modCrop">
          <ac:chgData name="Megan Wilson (RIT Student)" userId="S::mdw7667@rit.edu::b693d177-7822-4910-b813-39c2ccdb8636" providerId="AD" clId="Web-{4F7DDC6A-6D68-1BB1-E4B4-E3E171AADEB0}" dt="2024-02-11T01:39:43.703" v="104" actId="14100"/>
          <ac:picMkLst>
            <pc:docMk/>
            <pc:sldMk cId="2509236408" sldId="265"/>
            <ac:picMk id="5" creationId="{75A26D7C-BF4F-632B-DEE0-1D11978F30F3}"/>
          </ac:picMkLst>
        </pc:picChg>
        <pc:picChg chg="add mod modCrop">
          <ac:chgData name="Megan Wilson (RIT Student)" userId="S::mdw7667@rit.edu::b693d177-7822-4910-b813-39c2ccdb8636" providerId="AD" clId="Web-{4F7DDC6A-6D68-1BB1-E4B4-E3E171AADEB0}" dt="2024-02-11T01:39:15.156" v="98" actId="1076"/>
          <ac:picMkLst>
            <pc:docMk/>
            <pc:sldMk cId="2509236408" sldId="265"/>
            <ac:picMk id="7" creationId="{F55BEE40-81CE-1F39-1407-477D59BE2382}"/>
          </ac:picMkLst>
        </pc:picChg>
        <pc:picChg chg="add mod modCrop">
          <ac:chgData name="Megan Wilson (RIT Student)" userId="S::mdw7667@rit.edu::b693d177-7822-4910-b813-39c2ccdb8636" providerId="AD" clId="Web-{4F7DDC6A-6D68-1BB1-E4B4-E3E171AADEB0}" dt="2024-02-11T01:39:38.344" v="103" actId="1076"/>
          <ac:picMkLst>
            <pc:docMk/>
            <pc:sldMk cId="2509236408" sldId="265"/>
            <ac:picMk id="9" creationId="{169F0FD1-6A05-BA66-91A9-2AE142F1A01E}"/>
          </ac:picMkLst>
        </pc:picChg>
      </pc:sldChg>
      <pc:sldChg chg="modSp">
        <pc:chgData name="Megan Wilson (RIT Student)" userId="S::mdw7667@rit.edu::b693d177-7822-4910-b813-39c2ccdb8636" providerId="AD" clId="Web-{4F7DDC6A-6D68-1BB1-E4B4-E3E171AADEB0}" dt="2024-02-11T02:19:52.930" v="350" actId="14100"/>
        <pc:sldMkLst>
          <pc:docMk/>
          <pc:sldMk cId="289917202" sldId="267"/>
        </pc:sldMkLst>
        <pc:spChg chg="mod">
          <ac:chgData name="Megan Wilson (RIT Student)" userId="S::mdw7667@rit.edu::b693d177-7822-4910-b813-39c2ccdb8636" providerId="AD" clId="Web-{4F7DDC6A-6D68-1BB1-E4B4-E3E171AADEB0}" dt="2024-02-11T02:19:52.930" v="350" actId="14100"/>
          <ac:spMkLst>
            <pc:docMk/>
            <pc:sldMk cId="289917202" sldId="267"/>
            <ac:spMk id="4" creationId="{42F3CD0E-5950-493E-872E-9FC6E49A8D4A}"/>
          </ac:spMkLst>
        </pc:spChg>
      </pc:sldChg>
    </pc:docChg>
  </pc:docChgLst>
  <pc:docChgLst>
    <pc:chgData name="Jyothi Bhavani Bachu (Student Employee)" userId="S::jbboce@rit.edu::7b133152-5ddd-4a3c-857b-a1051407c9b6" providerId="AD" clId="Web-{4AD2A898-F64F-E28A-BC30-89ECA9E0D3E8}"/>
    <pc:docChg chg="addSld delSld modSld sldOrd modMainMaster addSection modSection">
      <pc:chgData name="Jyothi Bhavani Bachu (Student Employee)" userId="S::jbboce@rit.edu::7b133152-5ddd-4a3c-857b-a1051407c9b6" providerId="AD" clId="Web-{4AD2A898-F64F-E28A-BC30-89ECA9E0D3E8}" dt="2024-02-11T17:33:03.309" v="2313"/>
      <pc:docMkLst>
        <pc:docMk/>
      </pc:docMkLst>
      <pc:sldChg chg="addSp delSp modSp del mod setBg">
        <pc:chgData name="Jyothi Bhavani Bachu (Student Employee)" userId="S::jbboce@rit.edu::7b133152-5ddd-4a3c-857b-a1051407c9b6" providerId="AD" clId="Web-{4AD2A898-F64F-E28A-BC30-89ECA9E0D3E8}" dt="2024-02-11T03:26:07.664" v="1903"/>
        <pc:sldMkLst>
          <pc:docMk/>
          <pc:sldMk cId="3117309073" sldId="257"/>
        </pc:sldMkLst>
        <pc:spChg chg="mod ord">
          <ac:chgData name="Jyothi Bhavani Bachu (Student Employee)" userId="S::jbboce@rit.edu::7b133152-5ddd-4a3c-857b-a1051407c9b6" providerId="AD" clId="Web-{4AD2A898-F64F-E28A-BC30-89ECA9E0D3E8}" dt="2024-02-11T03:25:27.460" v="1897"/>
          <ac:spMkLst>
            <pc:docMk/>
            <pc:sldMk cId="3117309073" sldId="257"/>
            <ac:spMk id="6" creationId="{00000000-0000-0000-0000-00000000000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25:48.836" v="1900" actId="20577"/>
          <ac:spMkLst>
            <pc:docMk/>
            <pc:sldMk cId="3117309073" sldId="257"/>
            <ac:spMk id="7" creationId="{00000000-0000-0000-0000-000000000000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5:19.976" v="1892"/>
          <ac:spMkLst>
            <pc:docMk/>
            <pc:sldMk cId="3117309073" sldId="257"/>
            <ac:spMk id="14" creationId="{EDDBB197-D710-4A4F-A9CA-FD2177498BE8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5:27.460" v="1897"/>
          <ac:spMkLst>
            <pc:docMk/>
            <pc:sldMk cId="3117309073" sldId="257"/>
            <ac:spMk id="15" creationId="{D4974D33-8DC5-464E-8C6D-BE58F0669C1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5:19.976" v="1892"/>
          <ac:spMkLst>
            <pc:docMk/>
            <pc:sldMk cId="3117309073" sldId="257"/>
            <ac:spMk id="16" creationId="{975D1CFA-2CDB-4B64-BD9F-85744E8DA12F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5:24.835" v="1894"/>
          <ac:spMkLst>
            <pc:docMk/>
            <pc:sldMk cId="3117309073" sldId="257"/>
            <ac:spMk id="24" creationId="{7B831B6F-405A-4B47-B9BB-5CA88F285844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5:24.835" v="1894"/>
          <ac:spMkLst>
            <pc:docMk/>
            <pc:sldMk cId="3117309073" sldId="257"/>
            <ac:spMk id="26" creationId="{953EE71A-6488-4203-A7C4-77102FD0DCCA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5:27.460" v="1897"/>
          <ac:spMkLst>
            <pc:docMk/>
            <pc:sldMk cId="3117309073" sldId="257"/>
            <ac:spMk id="30" creationId="{F13C74B1-5B17-4795-BED0-7140497B445A}"/>
          </ac:spMkLst>
        </pc:spChg>
        <pc:grpChg chg="add del">
          <ac:chgData name="Jyothi Bhavani Bachu (Student Employee)" userId="S::jbboce@rit.edu::7b133152-5ddd-4a3c-857b-a1051407c9b6" providerId="AD" clId="Web-{4AD2A898-F64F-E28A-BC30-89ECA9E0D3E8}" dt="2024-02-11T03:25:27.445" v="1896"/>
          <ac:grpSpMkLst>
            <pc:docMk/>
            <pc:sldMk cId="3117309073" sldId="257"/>
            <ac:grpSpMk id="13" creationId="{5EFBDE31-BB3E-6CFC-23CD-B5976DA38438}"/>
          </ac:grpSpMkLst>
        </pc:grpChg>
        <pc:grpChg chg="add del">
          <ac:chgData name="Jyothi Bhavani Bachu (Student Employee)" userId="S::jbboce@rit.edu::7b133152-5ddd-4a3c-857b-a1051407c9b6" providerId="AD" clId="Web-{4AD2A898-F64F-E28A-BC30-89ECA9E0D3E8}" dt="2024-02-11T03:25:19.976" v="1892"/>
          <ac:grpSpMkLst>
            <pc:docMk/>
            <pc:sldMk cId="3117309073" sldId="257"/>
            <ac:grpSpMk id="18" creationId="{25EE5136-01F1-466C-962D-BA9B4C6757AA}"/>
          </ac:grpSpMkLst>
        </pc:grpChg>
        <pc:picChg chg="add del">
          <ac:chgData name="Jyothi Bhavani Bachu (Student Employee)" userId="S::jbboce@rit.edu::7b133152-5ddd-4a3c-857b-a1051407c9b6" providerId="AD" clId="Web-{4AD2A898-F64F-E28A-BC30-89ECA9E0D3E8}" dt="2024-02-11T03:25:27.445" v="1896"/>
          <ac:picMkLst>
            <pc:docMk/>
            <pc:sldMk cId="3117309073" sldId="257"/>
            <ac:picMk id="9" creationId="{793E956B-E643-AE53-F52D-568A452AC52D}"/>
          </ac:picMkLst>
        </pc:picChg>
        <pc:picChg chg="add del">
          <ac:chgData name="Jyothi Bhavani Bachu (Student Employee)" userId="S::jbboce@rit.edu::7b133152-5ddd-4a3c-857b-a1051407c9b6" providerId="AD" clId="Web-{4AD2A898-F64F-E28A-BC30-89ECA9E0D3E8}" dt="2024-02-11T03:25:19.976" v="1892"/>
          <ac:picMkLst>
            <pc:docMk/>
            <pc:sldMk cId="3117309073" sldId="257"/>
            <ac:picMk id="11" creationId="{931F40B3-E32E-B2D3-77B2-43D7037FD502}"/>
          </ac:picMkLst>
        </pc:picChg>
        <pc:picChg chg="add del">
          <ac:chgData name="Jyothi Bhavani Bachu (Student Employee)" userId="S::jbboce@rit.edu::7b133152-5ddd-4a3c-857b-a1051407c9b6" providerId="AD" clId="Web-{4AD2A898-F64F-E28A-BC30-89ECA9E0D3E8}" dt="2024-02-11T03:25:24.835" v="1894"/>
          <ac:picMkLst>
            <pc:docMk/>
            <pc:sldMk cId="3117309073" sldId="257"/>
            <ac:picMk id="25" creationId="{6A2C1F0A-871E-67AA-64D5-7A7678E651BA}"/>
          </ac:picMkLst>
        </pc:picChg>
        <pc:picChg chg="add">
          <ac:chgData name="Jyothi Bhavani Bachu (Student Employee)" userId="S::jbboce@rit.edu::7b133152-5ddd-4a3c-857b-a1051407c9b6" providerId="AD" clId="Web-{4AD2A898-F64F-E28A-BC30-89ECA9E0D3E8}" dt="2024-02-11T03:25:27.460" v="1897"/>
          <ac:picMkLst>
            <pc:docMk/>
            <pc:sldMk cId="3117309073" sldId="257"/>
            <ac:picMk id="31" creationId="{0E65FFA7-94F3-A17B-A025-DFE5D25BED4E}"/>
          </ac:picMkLst>
        </pc:picChg>
      </pc:sldChg>
      <pc:sldChg chg="addSp del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4127097847" sldId="258"/>
        </pc:sldMkLst>
        <pc:spChg chg="mod">
          <ac:chgData name="Jyothi Bhavani Bachu (Student Employee)" userId="S::jbboce@rit.edu::7b133152-5ddd-4a3c-857b-a1051407c9b6" providerId="AD" clId="Web-{4AD2A898-F64F-E28A-BC30-89ECA9E0D3E8}" dt="2024-02-11T17:20:02.861" v="2275" actId="20577"/>
          <ac:spMkLst>
            <pc:docMk/>
            <pc:sldMk cId="4127097847" sldId="258"/>
            <ac:spMk id="6" creationId="{00000000-0000-0000-0000-000000000000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9:21.060" v="1936"/>
          <ac:spMkLst>
            <pc:docMk/>
            <pc:sldMk cId="4127097847" sldId="258"/>
            <ac:spMk id="8" creationId="{00000000-0000-0000-0000-000000000000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9:21.060" v="1933"/>
          <ac:spMkLst>
            <pc:docMk/>
            <pc:sldMk cId="4127097847" sldId="258"/>
            <ac:spMk id="20" creationId="{0B761509-3B9A-49A6-A84B-C3D86811697D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9:21.060" v="1933"/>
          <ac:spMkLst>
            <pc:docMk/>
            <pc:sldMk cId="4127097847" sldId="258"/>
            <ac:spMk id="22" creationId="{91DE43FD-EB47-414A-B0AB-169B0FFFA527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9:21.060" v="1936"/>
          <ac:spMkLst>
            <pc:docMk/>
            <pc:sldMk cId="4127097847" sldId="258"/>
            <ac:spMk id="28" creationId="{22F15A2D-2324-487D-A02A-BF46C5C580EB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9:21.060" v="1936"/>
          <ac:spMkLst>
            <pc:docMk/>
            <pc:sldMk cId="4127097847" sldId="258"/>
            <ac:spMk id="29" creationId="{2AEAFA59-923A-4F54-8B49-44C970BCC323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9:21.060" v="1936"/>
          <ac:spMkLst>
            <pc:docMk/>
            <pc:sldMk cId="4127097847" sldId="258"/>
            <ac:spMk id="30" creationId="{C37E9D4B-7BFA-4D10-B666-547BAC499469}"/>
          </ac:spMkLst>
        </pc:spChg>
        <pc:spChg chg="add del mod replId">
          <ac:chgData name="Jyothi Bhavani Bachu (Student Employee)" userId="S::jbboce@rit.edu::7b133152-5ddd-4a3c-857b-a1051407c9b6" providerId="AD" clId="Web-{4AD2A898-F64F-E28A-BC30-89ECA9E0D3E8}" dt="2024-02-11T03:29:21.060" v="1936"/>
          <ac:spMkLst>
            <pc:docMk/>
            <pc:sldMk cId="4127097847" sldId="258"/>
            <ac:spMk id="31" creationId="{00000000-0000-0000-0000-000000000000}"/>
          </ac:spMkLst>
        </pc:spChg>
        <pc:grpChg chg="add del">
          <ac:chgData name="Jyothi Bhavani Bachu (Student Employee)" userId="S::jbboce@rit.edu::7b133152-5ddd-4a3c-857b-a1051407c9b6" providerId="AD" clId="Web-{4AD2A898-F64F-E28A-BC30-89ECA9E0D3E8}" dt="2024-02-11T03:29:21.060" v="1933"/>
          <ac:grpSpMkLst>
            <pc:docMk/>
            <pc:sldMk cId="4127097847" sldId="258"/>
            <ac:grpSpMk id="24" creationId="{58495BCC-CE77-4CC2-952E-846F41119FD5}"/>
          </ac:grpSpMkLst>
        </pc:grpChg>
        <pc:picChg chg="mod">
          <ac:chgData name="Jyothi Bhavani Bachu (Student Employee)" userId="S::jbboce@rit.edu::7b133152-5ddd-4a3c-857b-a1051407c9b6" providerId="AD" clId="Web-{4AD2A898-F64F-E28A-BC30-89ECA9E0D3E8}" dt="2024-02-11T03:51:49.736" v="2042" actId="14100"/>
          <ac:picMkLst>
            <pc:docMk/>
            <pc:sldMk cId="4127097847" sldId="258"/>
            <ac:picMk id="2" creationId="{0A6FB4B8-3B65-A4A3-24F5-17A03B1E0AF1}"/>
          </ac:picMkLst>
        </pc:picChg>
        <pc:cxnChg chg="mod">
          <ac:chgData name="Jyothi Bhavani Bachu (Student Employee)" userId="S::jbboce@rit.edu::7b133152-5ddd-4a3c-857b-a1051407c9b6" providerId="AD" clId="Web-{4AD2A898-F64F-E28A-BC30-89ECA9E0D3E8}" dt="2024-02-11T03:29:21.060" v="1936"/>
          <ac:cxnSpMkLst>
            <pc:docMk/>
            <pc:sldMk cId="4127097847" sldId="258"/>
            <ac:cxnSpMk id="13" creationId="{00000000-0000-0000-0000-000000000000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03:29:21.060" v="1936"/>
          <ac:cxnSpMkLst>
            <pc:docMk/>
            <pc:sldMk cId="4127097847" sldId="258"/>
            <ac:cxnSpMk id="14" creationId="{00000000-0000-0000-0000-000000000000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03:29:21.060" v="1936"/>
          <ac:cxnSpMkLst>
            <pc:docMk/>
            <pc:sldMk cId="4127097847" sldId="258"/>
            <ac:cxnSpMk id="15" creationId="{00000000-0000-0000-0000-000000000000}"/>
          </ac:cxnSpMkLst>
        </pc:cxnChg>
      </pc:sldChg>
      <pc:sldChg chg="addSp delSp modSp modTransition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3745721847" sldId="259"/>
        </pc:sldMkLst>
        <pc:spChg chg="mod ord">
          <ac:chgData name="Jyothi Bhavani Bachu (Student Employee)" userId="S::jbboce@rit.edu::7b133152-5ddd-4a3c-857b-a1051407c9b6" providerId="AD" clId="Web-{4AD2A898-F64F-E28A-BC30-89ECA9E0D3E8}" dt="2024-02-11T17:20:55.941" v="2285" actId="20577"/>
          <ac:spMkLst>
            <pc:docMk/>
            <pc:sldMk cId="3745721847" sldId="259"/>
            <ac:spMk id="5" creationId="{00000000-0000-0000-0000-00000000000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8:29.088" v="2169"/>
          <ac:spMkLst>
            <pc:docMk/>
            <pc:sldMk cId="3745721847" sldId="259"/>
            <ac:spMk id="7" creationId="{00000000-0000-0000-0000-000000000000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20:14.393" v="2276"/>
          <ac:spMkLst>
            <pc:docMk/>
            <pc:sldMk cId="3745721847" sldId="259"/>
            <ac:spMk id="17" creationId="{687AFE0E-B37D-4531-AFE8-231C8348EAF1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8:29.088" v="2169"/>
          <ac:spMkLst>
            <pc:docMk/>
            <pc:sldMk cId="3745721847" sldId="259"/>
            <ac:spMk id="21" creationId="{F13C74B1-5B17-4795-BED0-7140497B445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8:29.088" v="2169"/>
          <ac:spMkLst>
            <pc:docMk/>
            <pc:sldMk cId="3745721847" sldId="259"/>
            <ac:spMk id="23" creationId="{D4974D33-8DC5-464E-8C6D-BE58F0669C1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1.555" v="2240"/>
          <ac:spMkLst>
            <pc:docMk/>
            <pc:sldMk cId="3745721847" sldId="259"/>
            <ac:spMk id="25" creationId="{04812C46-200A-4DEB-A05E-3ED6C68C238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1.555" v="2240"/>
          <ac:spMkLst>
            <pc:docMk/>
            <pc:sldMk cId="3745721847" sldId="259"/>
            <ac:spMk id="28" creationId="{D1EA859B-E555-4109-94F3-6700E046E008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20:14.393" v="2276"/>
          <ac:spMkLst>
            <pc:docMk/>
            <pc:sldMk cId="3745721847" sldId="259"/>
            <ac:spMk id="29" creationId="{04812C46-200A-4DEB-A05E-3ED6C68C2387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20:14.393" v="2276"/>
          <ac:spMkLst>
            <pc:docMk/>
            <pc:sldMk cId="3745721847" sldId="259"/>
            <ac:spMk id="30" creationId="{D1EA859B-E555-4109-94F3-6700E046E008}"/>
          </ac:spMkLst>
        </pc:spChg>
        <pc:picChg chg="mod">
          <ac:chgData name="Jyothi Bhavani Bachu (Student Employee)" userId="S::jbboce@rit.edu::7b133152-5ddd-4a3c-857b-a1051407c9b6" providerId="AD" clId="Web-{4AD2A898-F64F-E28A-BC30-89ECA9E0D3E8}" dt="2024-02-11T17:20:14.393" v="2276"/>
          <ac:picMkLst>
            <pc:docMk/>
            <pc:sldMk cId="3745721847" sldId="259"/>
            <ac:picMk id="3" creationId="{E800CC67-2641-8F92-374B-DAE5A232B122}"/>
          </ac:picMkLst>
        </pc:picChg>
      </pc:sldChg>
      <pc:sldChg chg="addSp modSp del">
        <pc:chgData name="Jyothi Bhavani Bachu (Student Employee)" userId="S::jbboce@rit.edu::7b133152-5ddd-4a3c-857b-a1051407c9b6" providerId="AD" clId="Web-{4AD2A898-F64F-E28A-BC30-89ECA9E0D3E8}" dt="2024-02-11T03:44:04.692" v="2029"/>
        <pc:sldMkLst>
          <pc:docMk/>
          <pc:sldMk cId="138109386" sldId="260"/>
        </pc:sldMkLst>
        <pc:spChg chg="mod">
          <ac:chgData name="Jyothi Bhavani Bachu (Student Employee)" userId="S::jbboce@rit.edu::7b133152-5ddd-4a3c-857b-a1051407c9b6" providerId="AD" clId="Web-{4AD2A898-F64F-E28A-BC30-89ECA9E0D3E8}" dt="2024-02-11T02:55:10.648" v="725" actId="14100"/>
          <ac:spMkLst>
            <pc:docMk/>
            <pc:sldMk cId="138109386" sldId="260"/>
            <ac:spMk id="5" creationId="{00000000-0000-0000-0000-000000000000}"/>
          </ac:spMkLst>
        </pc:spChg>
        <pc:picChg chg="add mod">
          <ac:chgData name="Jyothi Bhavani Bachu (Student Employee)" userId="S::jbboce@rit.edu::7b133152-5ddd-4a3c-857b-a1051407c9b6" providerId="AD" clId="Web-{4AD2A898-F64F-E28A-BC30-89ECA9E0D3E8}" dt="2024-02-11T03:20:31.562" v="1856"/>
          <ac:picMkLst>
            <pc:docMk/>
            <pc:sldMk cId="138109386" sldId="260"/>
            <ac:picMk id="2" creationId="{973F766F-42DF-13E0-3073-BFA5D63DF8DF}"/>
          </ac:picMkLst>
        </pc:picChg>
      </pc:sldChg>
      <pc:sldChg chg="modSp modTransition">
        <pc:chgData name="Jyothi Bhavani Bachu (Student Employee)" userId="S::jbboce@rit.edu::7b133152-5ddd-4a3c-857b-a1051407c9b6" providerId="AD" clId="Web-{4AD2A898-F64F-E28A-BC30-89ECA9E0D3E8}" dt="2024-02-11T03:45:32.178" v="2035"/>
        <pc:sldMkLst>
          <pc:docMk/>
          <pc:sldMk cId="803190141" sldId="261"/>
        </pc:sldMkLst>
        <pc:spChg chg="mod">
          <ac:chgData name="Jyothi Bhavani Bachu (Student Employee)" userId="S::jbboce@rit.edu::7b133152-5ddd-4a3c-857b-a1051407c9b6" providerId="AD" clId="Web-{4AD2A898-F64F-E28A-BC30-89ECA9E0D3E8}" dt="2024-02-10T19:31:03.880" v="511" actId="20577"/>
          <ac:spMkLst>
            <pc:docMk/>
            <pc:sldMk cId="803190141" sldId="261"/>
            <ac:spMk id="5" creationId="{00000000-0000-0000-0000-000000000000}"/>
          </ac:spMkLst>
        </pc:spChg>
      </pc:sldChg>
      <pc:sldChg chg="addSp delSp modSp mod ord modTransition setBg setClrOvrMap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015462380" sldId="262"/>
        </pc:sldMkLst>
        <pc:spChg chg="mod">
          <ac:chgData name="Jyothi Bhavani Bachu (Student Employee)" userId="S::jbboce@rit.edu::7b133152-5ddd-4a3c-857b-a1051407c9b6" providerId="AD" clId="Web-{4AD2A898-F64F-E28A-BC30-89ECA9E0D3E8}" dt="2024-02-11T15:20:44.316" v="2058" actId="20577"/>
          <ac:spMkLst>
            <pc:docMk/>
            <pc:sldMk cId="2015462380" sldId="262"/>
            <ac:spMk id="5" creationId="{00000000-0000-0000-0000-00000000000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37:50.635" v="1965"/>
          <ac:spMkLst>
            <pc:docMk/>
            <pc:sldMk cId="2015462380" sldId="262"/>
            <ac:spMk id="7" creationId="{00000000-0000-0000-0000-000000000000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37:50.604" v="1964"/>
          <ac:spMkLst>
            <pc:docMk/>
            <pc:sldMk cId="2015462380" sldId="262"/>
            <ac:spMk id="12" creationId="{8F90786E-B72D-4C32-BDCE-A170B007822D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37:50.604" v="1964"/>
          <ac:spMkLst>
            <pc:docMk/>
            <pc:sldMk cId="2015462380" sldId="262"/>
            <ac:spMk id="14" creationId="{5E46F2E7-848F-4A6C-A098-4764FDEA771A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37:50.635" v="1965"/>
          <ac:spMkLst>
            <pc:docMk/>
            <pc:sldMk cId="2015462380" sldId="262"/>
            <ac:spMk id="16" creationId="{9228552E-C8B1-4A80-8448-0787CE0FC704}"/>
          </ac:spMkLst>
        </pc:spChg>
        <pc:picChg chg="add mod ord">
          <ac:chgData name="Jyothi Bhavani Bachu (Student Employee)" userId="S::jbboce@rit.edu::7b133152-5ddd-4a3c-857b-a1051407c9b6" providerId="AD" clId="Web-{4AD2A898-F64F-E28A-BC30-89ECA9E0D3E8}" dt="2024-02-11T03:37:50.635" v="1965"/>
          <ac:picMkLst>
            <pc:docMk/>
            <pc:sldMk cId="2015462380" sldId="262"/>
            <ac:picMk id="2" creationId="{BECB5FDC-9DBF-1A28-CD79-47550F147A84}"/>
          </ac:picMkLst>
        </pc:picChg>
      </pc:sldChg>
      <pc:sldChg chg="add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3346256225" sldId="263"/>
        </pc:sldMkLst>
        <pc:spChg chg="mod">
          <ac:chgData name="Jyothi Bhavani Bachu (Student Employee)" userId="S::jbboce@rit.edu::7b133152-5ddd-4a3c-857b-a1051407c9b6" providerId="AD" clId="Web-{4AD2A898-F64F-E28A-BC30-89ECA9E0D3E8}" dt="2024-02-11T17:22:03.756" v="2291" actId="20577"/>
          <ac:spMkLst>
            <pc:docMk/>
            <pc:sldMk cId="3346256225" sldId="263"/>
            <ac:spMk id="3" creationId="{F7016AB5-B2F6-8FF6-BA0C-B2FE976F9C82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23:54.915" v="2298" actId="14100"/>
          <ac:spMkLst>
            <pc:docMk/>
            <pc:sldMk cId="3346256225" sldId="263"/>
            <ac:spMk id="5" creationId="{00000000-0000-0000-0000-000000000000}"/>
          </ac:spMkLst>
        </pc:spChg>
        <pc:spChg chg="mod ord">
          <ac:chgData name="Jyothi Bhavani Bachu (Student Employee)" userId="S::jbboce@rit.edu::7b133152-5ddd-4a3c-857b-a1051407c9b6" providerId="AD" clId="Web-{4AD2A898-F64F-E28A-BC30-89ECA9E0D3E8}" dt="2024-02-11T17:21:22.676" v="2286"/>
          <ac:spMkLst>
            <pc:docMk/>
            <pc:sldMk cId="3346256225" sldId="263"/>
            <ac:spMk id="7" creationId="{00000000-0000-0000-0000-000000000000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21:22.676" v="2286"/>
          <ac:spMkLst>
            <pc:docMk/>
            <pc:sldMk cId="3346256225" sldId="263"/>
            <ac:spMk id="12" creationId="{743AA782-23D1-4521-8CAD-47662984AA08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21:22.676" v="2286"/>
          <ac:spMkLst>
            <pc:docMk/>
            <pc:sldMk cId="3346256225" sldId="263"/>
            <ac:spMk id="14" creationId="{71877DBC-BB60-40F0-AC93-2ACDBAAE60CE}"/>
          </ac:spMkLst>
        </pc:spChg>
        <pc:picChg chg="mod">
          <ac:chgData name="Jyothi Bhavani Bachu (Student Employee)" userId="S::jbboce@rit.edu::7b133152-5ddd-4a3c-857b-a1051407c9b6" providerId="AD" clId="Web-{4AD2A898-F64F-E28A-BC30-89ECA9E0D3E8}" dt="2024-02-11T17:21:22.676" v="2286"/>
          <ac:picMkLst>
            <pc:docMk/>
            <pc:sldMk cId="3346256225" sldId="263"/>
            <ac:picMk id="2" creationId="{8EE0BDB5-4008-1656-85D5-DEA16AB67A57}"/>
          </ac:picMkLst>
        </pc:picChg>
      </pc:sldChg>
      <pc:sldChg chg="modSp modTransition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575979830" sldId="264"/>
        </pc:sldMkLst>
        <pc:spChg chg="mod">
          <ac:chgData name="Jyothi Bhavani Bachu (Student Employee)" userId="S::jbboce@rit.edu::7b133152-5ddd-4a3c-857b-a1051407c9b6" providerId="AD" clId="Web-{4AD2A898-F64F-E28A-BC30-89ECA9E0D3E8}" dt="2024-02-11T16:59:03.444" v="2127" actId="20577"/>
          <ac:spMkLst>
            <pc:docMk/>
            <pc:sldMk cId="2575979830" sldId="264"/>
            <ac:spMk id="6" creationId="{00000000-0000-0000-0000-000000000000}"/>
          </ac:spMkLst>
        </pc:spChg>
      </pc:sldChg>
      <pc:sldChg chg="addSp delSp modSp modTransition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509236408" sldId="265"/>
        </pc:sldMkLst>
        <pc:spChg chg="mod">
          <ac:chgData name="Jyothi Bhavani Bachu (Student Employee)" userId="S::jbboce@rit.edu::7b133152-5ddd-4a3c-857b-a1051407c9b6" providerId="AD" clId="Web-{4AD2A898-F64F-E28A-BC30-89ECA9E0D3E8}" dt="2024-02-11T17:15:24.571" v="2241"/>
          <ac:spMkLst>
            <pc:docMk/>
            <pc:sldMk cId="2509236408" sldId="265"/>
            <ac:spMk id="6" creationId="{00000000-0000-0000-0000-000000000000}"/>
          </ac:spMkLst>
        </pc:spChg>
        <pc:spChg chg="mod ord">
          <ac:chgData name="Jyothi Bhavani Bachu (Student Employee)" userId="S::jbboce@rit.edu::7b133152-5ddd-4a3c-857b-a1051407c9b6" providerId="AD" clId="Web-{4AD2A898-F64F-E28A-BC30-89ECA9E0D3E8}" dt="2024-02-11T17:15:24.571" v="2241"/>
          <ac:spMkLst>
            <pc:docMk/>
            <pc:sldMk cId="2509236408" sldId="265"/>
            <ac:spMk id="8" creationId="{00000000-0000-0000-0000-000000000000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4.571" v="2241"/>
          <ac:spMkLst>
            <pc:docMk/>
            <pc:sldMk cId="2509236408" sldId="265"/>
            <ac:spMk id="26" creationId="{99ED5833-B85B-4103-8A3B-CAB0308E6C15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51.556" v="2166"/>
          <ac:spMkLst>
            <pc:docMk/>
            <pc:sldMk cId="2509236408" sldId="265"/>
            <ac:spMk id="31" creationId="{2151139A-886F-4B97-8815-729AD3831BBD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51.556" v="2166"/>
          <ac:spMkLst>
            <pc:docMk/>
            <pc:sldMk cId="2509236408" sldId="265"/>
            <ac:spMk id="33" creationId="{AB5E08C4-8CDD-4623-A5B8-E998C6DEE3B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51.556" v="2166"/>
          <ac:spMkLst>
            <pc:docMk/>
            <pc:sldMk cId="2509236408" sldId="265"/>
            <ac:spMk id="35" creationId="{15F33878-D502-4FFA-8ACE-F2AECDB2A23F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51.556" v="2166"/>
          <ac:spMkLst>
            <pc:docMk/>
            <pc:sldMk cId="2509236408" sldId="265"/>
            <ac:spMk id="37" creationId="{D3539FEE-81D3-4406-802E-60B20B16F4F6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51.556" v="2166"/>
          <ac:spMkLst>
            <pc:docMk/>
            <pc:sldMk cId="2509236408" sldId="265"/>
            <ac:spMk id="39" creationId="{DC701763-729E-462F-A5A8-E0DEFEB1E2E4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4.571" v="2241"/>
          <ac:spMkLst>
            <pc:docMk/>
            <pc:sldMk cId="2509236408" sldId="265"/>
            <ac:spMk id="41" creationId="{C4879EFC-8E62-4E00-973C-C45EE9EC676D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4.571" v="2241"/>
          <ac:spMkLst>
            <pc:docMk/>
            <pc:sldMk cId="2509236408" sldId="265"/>
            <ac:spMk id="42" creationId="{D6A9C53F-5F90-40A5-8C85-5412D39C8C68}"/>
          </ac:spMkLst>
        </pc:spChg>
        <pc:picChg chg="mod">
          <ac:chgData name="Jyothi Bhavani Bachu (Student Employee)" userId="S::jbboce@rit.edu::7b133152-5ddd-4a3c-857b-a1051407c9b6" providerId="AD" clId="Web-{4AD2A898-F64F-E28A-BC30-89ECA9E0D3E8}" dt="2024-02-11T17:15:24.571" v="2241"/>
          <ac:picMkLst>
            <pc:docMk/>
            <pc:sldMk cId="2509236408" sldId="265"/>
            <ac:picMk id="3" creationId="{CEAA9FB5-9560-B715-9EB2-B955E92DF301}"/>
          </ac:picMkLst>
        </pc:picChg>
        <pc:picChg chg="mod ord">
          <ac:chgData name="Jyothi Bhavani Bachu (Student Employee)" userId="S::jbboce@rit.edu::7b133152-5ddd-4a3c-857b-a1051407c9b6" providerId="AD" clId="Web-{4AD2A898-F64F-E28A-BC30-89ECA9E0D3E8}" dt="2024-02-11T17:15:24.571" v="2241"/>
          <ac:picMkLst>
            <pc:docMk/>
            <pc:sldMk cId="2509236408" sldId="265"/>
            <ac:picMk id="5" creationId="{75A26D7C-BF4F-632B-DEE0-1D11978F30F3}"/>
          </ac:picMkLst>
        </pc:picChg>
      </pc:sldChg>
      <pc:sldChg chg="addSp del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671229558" sldId="266"/>
        </pc:sldMkLst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2" creationId="{DD70C593-E99A-8A7A-D7C5-E8D5DC11869A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7" creationId="{00000000-0000-0000-0000-000000000000}"/>
          </ac:spMkLst>
        </pc:spChg>
        <pc:spChg chg="add del mod replId">
          <ac:chgData name="Jyothi Bhavani Bachu (Student Employee)" userId="S::jbboce@rit.edu::7b133152-5ddd-4a3c-857b-a1051407c9b6" providerId="AD" clId="Web-{4AD2A898-F64F-E28A-BC30-89ECA9E0D3E8}" dt="2024-02-11T17:15:27.602" v="2243"/>
          <ac:spMkLst>
            <pc:docMk/>
            <pc:sldMk cId="1671229558" sldId="266"/>
            <ac:spMk id="8" creationId="{00000000-0000-0000-0000-00000000000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15" creationId="{CF05B852-D1E4-54D6-E9A8-EFC453B6F8D6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17" creationId="{A7957B19-6FB8-8332-6586-87A78676C24B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19" creationId="{3144DC3F-7A74-4C12-0A0B-7DBF925B5A6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25" creationId="{81CFDE95-50AF-91A5-8692-91988F45D97B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27" creationId="{1177C63D-C4E2-22CA-864D-C2015E3CD5D9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29" creationId="{603DE2CF-422F-F0FA-F5DC-4D8FCAE08808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33" creationId="{E391AD76-EEB2-4C91-1405-ED395EC171A2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34" creationId="{05D6C98A-216B-3BD9-59D1-2B23ED454A37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40" creationId="{47358B74-6871-D320-6711-96D67E52577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41" creationId="{2AFF2656-5BCB-D268-2E80-F65F4F113C6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27.820" v="2157"/>
          <ac:spMkLst>
            <pc:docMk/>
            <pc:sldMk cId="1671229558" sldId="266"/>
            <ac:spMk id="47" creationId="{0D7B6173-1D58-48E2-83CF-37350F315F75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27.820" v="2157"/>
          <ac:spMkLst>
            <pc:docMk/>
            <pc:sldMk cId="1671229558" sldId="266"/>
            <ac:spMk id="49" creationId="{35D813D1-BA6B-40B4-A101-04BB89445561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27.820" v="2157"/>
          <ac:spMkLst>
            <pc:docMk/>
            <pc:sldMk cId="1671229558" sldId="266"/>
            <ac:spMk id="53" creationId="{21BDEC81-16A7-4451-B893-C15000083B7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27.820" v="2157"/>
          <ac:spMkLst>
            <pc:docMk/>
            <pc:sldMk cId="1671229558" sldId="266"/>
            <ac:spMk id="55" creationId="{AEA3DFA5-2D7B-4989-8ED7-8321EC114CF1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31.758" v="2161"/>
          <ac:spMkLst>
            <pc:docMk/>
            <pc:sldMk cId="1671229558" sldId="266"/>
            <ac:spMk id="59" creationId="{E22359E4-350C-4B4C-903D-CD1B2BA31BC6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7:31.758" v="2161"/>
          <ac:spMkLst>
            <pc:docMk/>
            <pc:sldMk cId="1671229558" sldId="266"/>
            <ac:spMk id="62" creationId="{CB5FC5A2-E1DC-4DFE-9837-1EA5E869A90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65" creationId="{2B97F24A-32CE-4C1C-A50D-3016B394DCF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27.602" v="2242"/>
          <ac:spMkLst>
            <pc:docMk/>
            <pc:sldMk cId="1671229558" sldId="266"/>
            <ac:spMk id="66" creationId="{CD8B4F24-440B-49E9-B85D-733523DC064B}"/>
          </ac:spMkLst>
        </pc:spChg>
        <pc:grpChg chg="add del">
          <ac:chgData name="Jyothi Bhavani Bachu (Student Employee)" userId="S::jbboce@rit.edu::7b133152-5ddd-4a3c-857b-a1051407c9b6" providerId="AD" clId="Web-{4AD2A898-F64F-E28A-BC30-89ECA9E0D3E8}" dt="2024-02-11T17:07:31.758" v="2161"/>
          <ac:grpSpMkLst>
            <pc:docMk/>
            <pc:sldMk cId="1671229558" sldId="266"/>
            <ac:grpSpMk id="60" creationId="{D2A542E6-1924-4FE2-89D1-3CB19468C1F6}"/>
          </ac:grpSpMkLst>
        </pc:grpChg>
        <pc:grpChg chg="add del">
          <ac:chgData name="Jyothi Bhavani Bachu (Student Employee)" userId="S::jbboce@rit.edu::7b133152-5ddd-4a3c-857b-a1051407c9b6" providerId="AD" clId="Web-{4AD2A898-F64F-E28A-BC30-89ECA9E0D3E8}" dt="2024-02-11T17:07:31.758" v="2161"/>
          <ac:grpSpMkLst>
            <pc:docMk/>
            <pc:sldMk cId="1671229558" sldId="266"/>
            <ac:grpSpMk id="63" creationId="{72024ACE-D556-4A21-9B17-7CA3E82DA45F}"/>
          </ac:grpSpMkLst>
        </pc:grpChg>
        <pc:picChg chg="mod">
          <ac:chgData name="Jyothi Bhavani Bachu (Student Employee)" userId="S::jbboce@rit.edu::7b133152-5ddd-4a3c-857b-a1051407c9b6" providerId="AD" clId="Web-{4AD2A898-F64F-E28A-BC30-89ECA9E0D3E8}" dt="2024-02-11T17:15:27.602" v="2242"/>
          <ac:picMkLst>
            <pc:docMk/>
            <pc:sldMk cId="1671229558" sldId="266"/>
            <ac:picMk id="3" creationId="{B7403333-B094-A186-E37C-C3AE0E12A27C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15:27.602" v="2242"/>
          <ac:picMkLst>
            <pc:docMk/>
            <pc:sldMk cId="1671229558" sldId="266"/>
            <ac:picMk id="4" creationId="{26738EBA-547C-8C4E-51B0-31BDF35F242A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15:27.602" v="2242"/>
          <ac:picMkLst>
            <pc:docMk/>
            <pc:sldMk cId="1671229558" sldId="266"/>
            <ac:picMk id="5" creationId="{49EDDBE5-8062-326D-0894-96232742C33C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15:27.602" v="2242"/>
          <ac:picMkLst>
            <pc:docMk/>
            <pc:sldMk cId="1671229558" sldId="266"/>
            <ac:picMk id="9" creationId="{719FDC4C-DB82-E1A0-2E95-3FBACC5EC68C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15:27.602" v="2242"/>
          <ac:picMkLst>
            <pc:docMk/>
            <pc:sldMk cId="1671229558" sldId="266"/>
            <ac:picMk id="10" creationId="{76888BD3-D4EC-C8BD-A147-F482D5B134B7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15:27.602" v="2242"/>
          <ac:picMkLst>
            <pc:docMk/>
            <pc:sldMk cId="1671229558" sldId="266"/>
            <ac:picMk id="11" creationId="{C4487BE7-0FE0-45B6-89C3-8C635D1FA301}"/>
          </ac:picMkLst>
        </pc:picChg>
        <pc:picChg chg="add del">
          <ac:chgData name="Jyothi Bhavani Bachu (Student Employee)" userId="S::jbboce@rit.edu::7b133152-5ddd-4a3c-857b-a1051407c9b6" providerId="AD" clId="Web-{4AD2A898-F64F-E28A-BC30-89ECA9E0D3E8}" dt="2024-02-11T17:07:27.820" v="2157"/>
          <ac:picMkLst>
            <pc:docMk/>
            <pc:sldMk cId="1671229558" sldId="266"/>
            <ac:picMk id="51" creationId="{B0DAC8FB-A162-44E3-A606-C855A03A5B09}"/>
          </ac:picMkLst>
        </pc:pic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6" creationId="{03902B3E-F1BB-59CE-1CD8-43F8467193B3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13" creationId="{97DEE795-7E49-5910-924C-1E361F870411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16" creationId="{B71E839C-DE1D-BC06-2EF2-88BE282077A4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18" creationId="{EDDE54C6-E8BC-42CB-E9F5-16E320071FF1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20" creationId="{422AED60-8E5C-F306-13A1-BBD8B212F87E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30" creationId="{A519F4EB-C02C-BC33-CE28-6C6E60514C29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31" creationId="{22B01BF3-3A13-AAA5-2026-77CFE78B0343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35" creationId="{77AB29F8-C057-4285-E8EB-CA3A38771291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36" creationId="{EE4E16D2-6B31-032F-7F11-CD3BBEC8E7A9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37" creationId="{6A9E1960-121C-05ED-2EAB-A385C2C6E3FA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38" creationId="{A24FD09B-84F6-23F1-D84A-E7D758ECD697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27.602" v="2242"/>
          <ac:cxnSpMkLst>
            <pc:docMk/>
            <pc:sldMk cId="1671229558" sldId="266"/>
            <ac:cxnSpMk id="42" creationId="{9CD4C57E-ADD0-2367-EDF6-FBD833EA548B}"/>
          </ac:cxnSpMkLst>
        </pc:cxnChg>
      </pc:sldChg>
      <pc:sldChg chg="modSp modTransition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89917202" sldId="267"/>
        </pc:sldMkLst>
        <pc:spChg chg="mod">
          <ac:chgData name="Jyothi Bhavani Bachu (Student Employee)" userId="S::jbboce@rit.edu::7b133152-5ddd-4a3c-857b-a1051407c9b6" providerId="AD" clId="Web-{4AD2A898-F64F-E28A-BC30-89ECA9E0D3E8}" dt="2024-02-11T17:15:00.054" v="2224" actId="20577"/>
          <ac:spMkLst>
            <pc:docMk/>
            <pc:sldMk cId="289917202" sldId="267"/>
            <ac:spMk id="4" creationId="{42F3CD0E-5950-493E-872E-9FC6E49A8D4A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51:20.157" v="2040" actId="20577"/>
          <ac:spMkLst>
            <pc:docMk/>
            <pc:sldMk cId="289917202" sldId="267"/>
            <ac:spMk id="22" creationId="{84489AB7-3E51-6F44-A28A-AE3A33094CFF}"/>
          </ac:spMkLst>
        </pc:spChg>
      </pc:sldChg>
      <pc:sldChg chg="modTransition">
        <pc:chgData name="Jyothi Bhavani Bachu (Student Employee)" userId="S::jbboce@rit.edu::7b133152-5ddd-4a3c-857b-a1051407c9b6" providerId="AD" clId="Web-{4AD2A898-F64F-E28A-BC30-89ECA9E0D3E8}" dt="2024-02-11T03:45:32.178" v="2035"/>
        <pc:sldMkLst>
          <pc:docMk/>
          <pc:sldMk cId="1840161040" sldId="268"/>
        </pc:sldMkLst>
      </pc:sldChg>
      <pc:sldChg chg="modTransition">
        <pc:chgData name="Jyothi Bhavani Bachu (Student Employee)" userId="S::jbboce@rit.edu::7b133152-5ddd-4a3c-857b-a1051407c9b6" providerId="AD" clId="Web-{4AD2A898-F64F-E28A-BC30-89ECA9E0D3E8}" dt="2024-02-11T03:45:32.178" v="2035"/>
        <pc:sldMkLst>
          <pc:docMk/>
          <pc:sldMk cId="1881579192" sldId="269"/>
        </pc:sldMkLst>
      </pc:sldChg>
      <pc:sldChg chg="modTransition">
        <pc:chgData name="Jyothi Bhavani Bachu (Student Employee)" userId="S::jbboce@rit.edu::7b133152-5ddd-4a3c-857b-a1051407c9b6" providerId="AD" clId="Web-{4AD2A898-F64F-E28A-BC30-89ECA9E0D3E8}" dt="2024-02-11T03:45:32.178" v="2035"/>
        <pc:sldMkLst>
          <pc:docMk/>
          <pc:sldMk cId="1268080508" sldId="270"/>
        </pc:sldMkLst>
      </pc:sldChg>
      <pc:sldChg chg="addSp delSp modSp new mod or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92104935" sldId="271"/>
        </pc:sldMkLst>
        <pc:spChg chg="mod">
          <ac:chgData name="Jyothi Bhavani Bachu (Student Employee)" userId="S::jbboce@rit.edu::7b133152-5ddd-4a3c-857b-a1051407c9b6" providerId="AD" clId="Web-{4AD2A898-F64F-E28A-BC30-89ECA9E0D3E8}" dt="2024-02-11T02:53:35.412" v="714" actId="14100"/>
          <ac:spMkLst>
            <pc:docMk/>
            <pc:sldMk cId="192104935" sldId="271"/>
            <ac:spMk id="2" creationId="{FBA19EAC-D8B4-4E0F-41BB-44CA25C9E364}"/>
          </ac:spMkLst>
        </pc:spChg>
        <pc:spChg chg="mod ord">
          <ac:chgData name="Jyothi Bhavani Bachu (Student Employee)" userId="S::jbboce@rit.edu::7b133152-5ddd-4a3c-857b-a1051407c9b6" providerId="AD" clId="Web-{4AD2A898-F64F-E28A-BC30-89ECA9E0D3E8}" dt="2024-02-11T02:53:49.115" v="716" actId="20577"/>
          <ac:spMkLst>
            <pc:docMk/>
            <pc:sldMk cId="192104935" sldId="271"/>
            <ac:spMk id="3" creationId="{5D088637-C2F1-CF97-616D-D38DB3FA2867}"/>
          </ac:spMkLst>
        </pc:spChg>
        <pc:spChg chg="mod ord">
          <ac:chgData name="Jyothi Bhavani Bachu (Student Employee)" userId="S::jbboce@rit.edu::7b133152-5ddd-4a3c-857b-a1051407c9b6" providerId="AD" clId="Web-{4AD2A898-F64F-E28A-BC30-89ECA9E0D3E8}" dt="2024-02-11T02:52:43.957" v="703"/>
          <ac:spMkLst>
            <pc:docMk/>
            <pc:sldMk cId="192104935" sldId="271"/>
            <ac:spMk id="4" creationId="{61B0446B-056A-8D32-B8C3-5739A422B09D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2:50:18.422" v="685"/>
          <ac:spMkLst>
            <pc:docMk/>
            <pc:sldMk cId="192104935" sldId="271"/>
            <ac:spMk id="10" creationId="{7FF47CB7-972F-479F-A36D-9E72D26EC8D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2:50:18.422" v="685"/>
          <ac:spMkLst>
            <pc:docMk/>
            <pc:sldMk cId="192104935" sldId="271"/>
            <ac:spMk id="12" creationId="{0D153B68-5844-490D-8E67-F616D6D721C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2:50:18.422" v="685"/>
          <ac:spMkLst>
            <pc:docMk/>
            <pc:sldMk cId="192104935" sldId="271"/>
            <ac:spMk id="14" creationId="{9A0D773F-7A7D-4DBB-9DEA-86BB8B8F4BC8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2:52:43.957" v="703"/>
          <ac:spMkLst>
            <pc:docMk/>
            <pc:sldMk cId="192104935" sldId="271"/>
            <ac:spMk id="16" creationId="{F13C74B1-5B17-4795-BED0-7140497B445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2:52:43.957" v="703"/>
          <ac:spMkLst>
            <pc:docMk/>
            <pc:sldMk cId="192104935" sldId="271"/>
            <ac:spMk id="17" creationId="{D4974D33-8DC5-464E-8C6D-BE58F0669C17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2:52:43.957" v="703"/>
          <ac:spMkLst>
            <pc:docMk/>
            <pc:sldMk cId="192104935" sldId="271"/>
            <ac:spMk id="22" creationId="{23E547B5-89CF-4EC0-96DE-25771AED0799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2:52:43.957" v="703"/>
          <ac:spMkLst>
            <pc:docMk/>
            <pc:sldMk cId="192104935" sldId="271"/>
            <ac:spMk id="24" creationId="{3F0B8CEB-8279-4E5E-A0CE-1FC9F71736F2}"/>
          </ac:spMkLst>
        </pc:spChg>
        <pc:picChg chg="add mod">
          <ac:chgData name="Jyothi Bhavani Bachu (Student Employee)" userId="S::jbboce@rit.edu::7b133152-5ddd-4a3c-857b-a1051407c9b6" providerId="AD" clId="Web-{4AD2A898-F64F-E28A-BC30-89ECA9E0D3E8}" dt="2024-02-11T02:54:09.819" v="720" actId="1076"/>
          <ac:picMkLst>
            <pc:docMk/>
            <pc:sldMk cId="192104935" sldId="271"/>
            <ac:picMk id="5" creationId="{1D9B6548-DC26-EA73-56F7-7E8ED68EDF5A}"/>
          </ac:picMkLst>
        </pc:picChg>
      </pc:sldChg>
      <pc:sldChg chg="addSp delSp modSp new mod or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893739931" sldId="272"/>
        </pc:sldMkLst>
        <pc:spChg chg="mod">
          <ac:chgData name="Jyothi Bhavani Bachu (Student Employee)" userId="S::jbboce@rit.edu::7b133152-5ddd-4a3c-857b-a1051407c9b6" providerId="AD" clId="Web-{4AD2A898-F64F-E28A-BC30-89ECA9E0D3E8}" dt="2024-02-11T03:39:13.637" v="1983" actId="20577"/>
          <ac:spMkLst>
            <pc:docMk/>
            <pc:sldMk cId="2893739931" sldId="272"/>
            <ac:spMk id="2" creationId="{76703EC6-06DF-25CE-E396-4CA260798037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39:00.450" v="1981"/>
          <ac:spMkLst>
            <pc:docMk/>
            <pc:sldMk cId="2893739931" sldId="272"/>
            <ac:spMk id="3" creationId="{B1E31DE9-A788-882A-2BBE-E69A01A72097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39:00.450" v="1981"/>
          <ac:spMkLst>
            <pc:docMk/>
            <pc:sldMk cId="2893739931" sldId="272"/>
            <ac:spMk id="4" creationId="{121681E0-7E44-95A4-CC24-ACD7A1730949}"/>
          </ac:spMkLst>
        </pc:spChg>
        <pc:grpChg chg="add del">
          <ac:chgData name="Jyothi Bhavani Bachu (Student Employee)" userId="S::jbboce@rit.edu::7b133152-5ddd-4a3c-857b-a1051407c9b6" providerId="AD" clId="Web-{4AD2A898-F64F-E28A-BC30-89ECA9E0D3E8}" dt="2024-02-11T03:38:52.121" v="1978"/>
          <ac:grpSpMkLst>
            <pc:docMk/>
            <pc:sldMk cId="2893739931" sldId="272"/>
            <ac:grpSpMk id="10" creationId="{9AF08BBE-71A7-AEFC-F970-93C6BF79B380}"/>
          </ac:grpSpMkLst>
        </pc:grpChg>
        <pc:grpChg chg="add del">
          <ac:chgData name="Jyothi Bhavani Bachu (Student Employee)" userId="S::jbboce@rit.edu::7b133152-5ddd-4a3c-857b-a1051407c9b6" providerId="AD" clId="Web-{4AD2A898-F64F-E28A-BC30-89ECA9E0D3E8}" dt="2024-02-11T03:39:00.434" v="1980"/>
          <ac:grpSpMkLst>
            <pc:docMk/>
            <pc:sldMk cId="2893739931" sldId="272"/>
            <ac:grpSpMk id="14" creationId="{6258F736-B256-8039-9DC6-F4E49A5C5AD5}"/>
          </ac:grpSpMkLst>
        </pc:grpChg>
        <pc:grpChg chg="add">
          <ac:chgData name="Jyothi Bhavani Bachu (Student Employee)" userId="S::jbboce@rit.edu::7b133152-5ddd-4a3c-857b-a1051407c9b6" providerId="AD" clId="Web-{4AD2A898-F64F-E28A-BC30-89ECA9E0D3E8}" dt="2024-02-11T03:39:00.450" v="1981"/>
          <ac:grpSpMkLst>
            <pc:docMk/>
            <pc:sldMk cId="2893739931" sldId="272"/>
            <ac:grpSpMk id="16" creationId="{E4A41B9E-A0C8-F78B-E5B6-A0D02D8810B5}"/>
          </ac:grpSpMkLst>
        </pc:grpChg>
        <pc:graphicFrameChg chg="add mod modGraphic">
          <ac:chgData name="Jyothi Bhavani Bachu (Student Employee)" userId="S::jbboce@rit.edu::7b133152-5ddd-4a3c-857b-a1051407c9b6" providerId="AD" clId="Web-{4AD2A898-F64F-E28A-BC30-89ECA9E0D3E8}" dt="2024-02-11T17:26:48.687" v="2311"/>
          <ac:graphicFrameMkLst>
            <pc:docMk/>
            <pc:sldMk cId="2893739931" sldId="272"/>
            <ac:graphicFrameMk id="5" creationId="{30DB71B7-E5C8-019B-942B-6DDA0078432D}"/>
          </ac:graphicFrameMkLst>
        </pc:graphicFrameChg>
      </pc:sldChg>
      <pc:sldChg chg="addSp delSp modSp new mod ord modTransition setBg setClrOvrMap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96807128" sldId="273"/>
        </pc:sldMkLst>
        <pc:spChg chg="mod">
          <ac:chgData name="Jyothi Bhavani Bachu (Student Employee)" userId="S::jbboce@rit.edu::7b133152-5ddd-4a3c-857b-a1051407c9b6" providerId="AD" clId="Web-{4AD2A898-F64F-E28A-BC30-89ECA9E0D3E8}" dt="2024-02-11T03:40:24.639" v="2025"/>
          <ac:spMkLst>
            <pc:docMk/>
            <pc:sldMk cId="196807128" sldId="273"/>
            <ac:spMk id="2" creationId="{50D34942-B3D5-2ADD-4B50-7EEDFCEFB683}"/>
          </ac:spMkLst>
        </pc:spChg>
        <pc:spChg chg="del mod">
          <ac:chgData name="Jyothi Bhavani Bachu (Student Employee)" userId="S::jbboce@rit.edu::7b133152-5ddd-4a3c-857b-a1051407c9b6" providerId="AD" clId="Web-{4AD2A898-F64F-E28A-BC30-89ECA9E0D3E8}" dt="2024-02-11T03:40:24.639" v="2025"/>
          <ac:spMkLst>
            <pc:docMk/>
            <pc:sldMk cId="196807128" sldId="273"/>
            <ac:spMk id="3" creationId="{8D564B0F-170C-EAC3-0DD2-EEA87F19F0E2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40:24.639" v="2025"/>
          <ac:spMkLst>
            <pc:docMk/>
            <pc:sldMk cId="196807128" sldId="273"/>
            <ac:spMk id="4" creationId="{B68EA54A-94E4-4CD3-E412-FB5963990081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40:24.639" v="2025"/>
          <ac:spMkLst>
            <pc:docMk/>
            <pc:sldMk cId="196807128" sldId="273"/>
            <ac:spMk id="15" creationId="{9228552E-C8B1-4A80-8448-0787CE0FC704}"/>
          </ac:spMkLst>
        </pc:spChg>
        <pc:grpChg chg="add del">
          <ac:chgData name="Jyothi Bhavani Bachu (Student Employee)" userId="S::jbboce@rit.edu::7b133152-5ddd-4a3c-857b-a1051407c9b6" providerId="AD" clId="Web-{4AD2A898-F64F-E28A-BC30-89ECA9E0D3E8}" dt="2024-02-11T03:40:24.577" v="2024"/>
          <ac:grpSpMkLst>
            <pc:docMk/>
            <pc:sldMk cId="196807128" sldId="273"/>
            <ac:grpSpMk id="11" creationId="{6258F736-B256-8039-9DC6-F4E49A5C5AD5}"/>
          </ac:grpSpMkLst>
        </pc:grpChg>
        <pc:graphicFrameChg chg="add mod modGraphic">
          <ac:chgData name="Jyothi Bhavani Bachu (Student Employee)" userId="S::jbboce@rit.edu::7b133152-5ddd-4a3c-857b-a1051407c9b6" providerId="AD" clId="Web-{4AD2A898-F64F-E28A-BC30-89ECA9E0D3E8}" dt="2024-02-11T15:46:38.941" v="2100" actId="20577"/>
          <ac:graphicFrameMkLst>
            <pc:docMk/>
            <pc:sldMk cId="196807128" sldId="273"/>
            <ac:graphicFrameMk id="6" creationId="{E67F1E07-3D38-EDFA-0417-DE924A33117E}"/>
          </ac:graphicFrameMkLst>
        </pc:graphicFrameChg>
        <pc:picChg chg="add">
          <ac:chgData name="Jyothi Bhavani Bachu (Student Employee)" userId="S::jbboce@rit.edu::7b133152-5ddd-4a3c-857b-a1051407c9b6" providerId="AD" clId="Web-{4AD2A898-F64F-E28A-BC30-89ECA9E0D3E8}" dt="2024-02-11T03:40:24.639" v="2025"/>
          <ac:picMkLst>
            <pc:docMk/>
            <pc:sldMk cId="196807128" sldId="273"/>
            <ac:picMk id="7" creationId="{73063B5C-E7EA-6AE0-F893-92E5D7FC897B}"/>
          </ac:picMkLst>
        </pc:picChg>
        <pc:picChg chg="add del">
          <ac:chgData name="Jyothi Bhavani Bachu (Student Employee)" userId="S::jbboce@rit.edu::7b133152-5ddd-4a3c-857b-a1051407c9b6" providerId="AD" clId="Web-{4AD2A898-F64F-E28A-BC30-89ECA9E0D3E8}" dt="2024-02-11T03:40:24.577" v="2024"/>
          <ac:picMkLst>
            <pc:docMk/>
            <pc:sldMk cId="196807128" sldId="273"/>
            <ac:picMk id="8" creationId="{FEABDB43-7C68-BEDE-E72A-EAB51A331042}"/>
          </ac:picMkLst>
        </pc:picChg>
      </pc:sldChg>
      <pc:sldChg chg="addSp delSp modSp new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417202256" sldId="274"/>
        </pc:sldMkLst>
        <pc:spChg chg="mod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2" creationId="{2B0E3F2D-A985-2EFF-FC33-DA72B920DC75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9:49.970" v="2274" actId="20577"/>
          <ac:spMkLst>
            <pc:docMk/>
            <pc:sldMk cId="417202256" sldId="274"/>
            <ac:spMk id="3" creationId="{A2DA4437-78D1-5C87-5921-E8DD035ECC0F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4" creationId="{566FC92B-434F-B7F0-EB5D-5A48E229CBA4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10" creationId="{8181FC64-B306-4821-98E2-780662EFC486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6:24.337" v="1905"/>
          <ac:spMkLst>
            <pc:docMk/>
            <pc:sldMk cId="417202256" sldId="274"/>
            <ac:spMk id="11" creationId="{2B97F24A-32CE-4C1C-A50D-3016B394DCF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12" creationId="{5871FC61-DD4E-47D4-81FD-8A7E7D12B371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6:24.337" v="1905"/>
          <ac:spMkLst>
            <pc:docMk/>
            <pc:sldMk cId="417202256" sldId="274"/>
            <ac:spMk id="13" creationId="{CD8B4F24-440B-49E9-B85D-733523DC064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14" creationId="{F9EC3F91-A75C-4F74-867E-E4C28C13546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6:36.915" v="1907"/>
          <ac:spMkLst>
            <pc:docMk/>
            <pc:sldMk cId="417202256" sldId="274"/>
            <ac:spMk id="15" creationId="{49B530FE-A87D-41A0-A920-ADC6539EAA44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6:36.915" v="1907"/>
          <ac:spMkLst>
            <pc:docMk/>
            <pc:sldMk cId="417202256" sldId="274"/>
            <ac:spMk id="16" creationId="{7B831B6F-405A-4B47-B9BB-5CA88F285844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6:36.915" v="1907"/>
          <ac:spMkLst>
            <pc:docMk/>
            <pc:sldMk cId="417202256" sldId="274"/>
            <ac:spMk id="18" creationId="{15109354-9C5D-4F8C-B0E6-D1043C7BF20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20" creationId="{829A1E2C-5AC8-40FC-99E9-832069D39792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20.369" v="1914"/>
          <ac:spMkLst>
            <pc:docMk/>
            <pc:sldMk cId="417202256" sldId="274"/>
            <ac:spMk id="25" creationId="{F13C74B1-5B17-4795-BED0-7140497B445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20.369" v="1914"/>
          <ac:spMkLst>
            <pc:docMk/>
            <pc:sldMk cId="417202256" sldId="274"/>
            <ac:spMk id="27" creationId="{D4974D33-8DC5-464E-8C6D-BE58F0669C1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26.479" v="1916"/>
          <ac:spMkLst>
            <pc:docMk/>
            <pc:sldMk cId="417202256" sldId="274"/>
            <ac:spMk id="29" creationId="{CA35125A-A1A4-40EB-B5EE-4371BC4DD441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26.479" v="1916"/>
          <ac:spMkLst>
            <pc:docMk/>
            <pc:sldMk cId="417202256" sldId="274"/>
            <ac:spMk id="30" creationId="{3D5FBB81-B61B-416A-8F5D-A8DDF62530F1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26.479" v="1916"/>
          <ac:spMkLst>
            <pc:docMk/>
            <pc:sldMk cId="417202256" sldId="274"/>
            <ac:spMk id="31" creationId="{15F9A324-404E-4C5D-AFF0-C5D0D84182B0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26.479" v="1916"/>
          <ac:spMkLst>
            <pc:docMk/>
            <pc:sldMk cId="417202256" sldId="274"/>
            <ac:spMk id="32" creationId="{40C0D7D4-D83D-4C58-87D1-955F0A9173D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4.370" v="1918"/>
          <ac:spMkLst>
            <pc:docMk/>
            <pc:sldMk cId="417202256" sldId="274"/>
            <ac:spMk id="34" creationId="{593B4D24-F4A8-4141-A20A-E0575D199633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4.370" v="1918"/>
          <ac:spMkLst>
            <pc:docMk/>
            <pc:sldMk cId="417202256" sldId="274"/>
            <ac:spMk id="35" creationId="{BEF4372A-692C-4CED-B5B5-A59F1BB71AD8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4.370" v="1918"/>
          <ac:spMkLst>
            <pc:docMk/>
            <pc:sldMk cId="417202256" sldId="274"/>
            <ac:spMk id="36" creationId="{82C2D486-D099-46DF-B7EF-A28E89F5868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8.151" v="1920"/>
          <ac:spMkLst>
            <pc:docMk/>
            <pc:sldMk cId="417202256" sldId="274"/>
            <ac:spMk id="38" creationId="{45D37F4E-DDB4-456B-97E0-9937730A039F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27:38.151" v="1920"/>
          <ac:spMkLst>
            <pc:docMk/>
            <pc:sldMk cId="417202256" sldId="274"/>
            <ac:spMk id="39" creationId="{B2DD41CD-8F47-4F56-AD12-4E2FF7696987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41" creationId="{F13C74B1-5B17-4795-BED0-7140497B445A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27:38.151" v="1921"/>
          <ac:spMkLst>
            <pc:docMk/>
            <pc:sldMk cId="417202256" sldId="274"/>
            <ac:spMk id="42" creationId="{D4974D33-8DC5-464E-8C6D-BE58F0669C17}"/>
          </ac:spMkLst>
        </pc:spChg>
        <pc:picChg chg="add mod ord">
          <ac:chgData name="Jyothi Bhavani Bachu (Student Employee)" userId="S::jbboce@rit.edu::7b133152-5ddd-4a3c-857b-a1051407c9b6" providerId="AD" clId="Web-{4AD2A898-F64F-E28A-BC30-89ECA9E0D3E8}" dt="2024-02-11T03:27:38.151" v="1921"/>
          <ac:picMkLst>
            <pc:docMk/>
            <pc:sldMk cId="417202256" sldId="274"/>
            <ac:picMk id="6" creationId="{7AC7AB07-BDD3-CFE8-41CC-60BECF99F2F5}"/>
          </ac:picMkLst>
        </pc:picChg>
        <pc:picChg chg="add del">
          <ac:chgData name="Jyothi Bhavani Bachu (Student Employee)" userId="S::jbboce@rit.edu::7b133152-5ddd-4a3c-857b-a1051407c9b6" providerId="AD" clId="Web-{4AD2A898-F64F-E28A-BC30-89ECA9E0D3E8}" dt="2024-02-11T03:26:24.337" v="1905"/>
          <ac:picMkLst>
            <pc:docMk/>
            <pc:sldMk cId="417202256" sldId="274"/>
            <ac:picMk id="8" creationId="{24F0E6EA-7E41-64BA-B3D0-14A8A6E8B412}"/>
          </ac:picMkLst>
        </pc:picChg>
        <pc:picChg chg="add del">
          <ac:chgData name="Jyothi Bhavani Bachu (Student Employee)" userId="S::jbboce@rit.edu::7b133152-5ddd-4a3c-857b-a1051407c9b6" providerId="AD" clId="Web-{4AD2A898-F64F-E28A-BC30-89ECA9E0D3E8}" dt="2024-02-11T03:26:36.915" v="1907"/>
          <ac:picMkLst>
            <pc:docMk/>
            <pc:sldMk cId="417202256" sldId="274"/>
            <ac:picMk id="17" creationId="{B9B256E1-82F0-E3AB-2587-4A096B2E33F9}"/>
          </ac:picMkLst>
        </pc:picChg>
      </pc:sldChg>
      <pc:sldChg chg="addSp delSp modSp new mod or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235414310" sldId="275"/>
        </pc:sldMkLst>
        <pc:spChg chg="mod">
          <ac:chgData name="Jyothi Bhavani Bachu (Student Employee)" userId="S::jbboce@rit.edu::7b133152-5ddd-4a3c-857b-a1051407c9b6" providerId="AD" clId="Web-{4AD2A898-F64F-E28A-BC30-89ECA9E0D3E8}" dt="2024-02-11T03:37:04.181" v="1959"/>
          <ac:spMkLst>
            <pc:docMk/>
            <pc:sldMk cId="1235414310" sldId="275"/>
            <ac:spMk id="2" creationId="{4DD4521C-F3BD-4E79-D5D7-D522B81FF6E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8:25.733" v="2268" actId="20577"/>
          <ac:spMkLst>
            <pc:docMk/>
            <pc:sldMk cId="1235414310" sldId="275"/>
            <ac:spMk id="3" creationId="{C440796C-7F5B-10B3-AA99-C9B1071EEF95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03:36:31.633" v="1956"/>
          <ac:spMkLst>
            <pc:docMk/>
            <pc:sldMk cId="1235414310" sldId="275"/>
            <ac:spMk id="4" creationId="{91E034FB-DB51-D7A9-26F9-AE072FC35F67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37:04.181" v="1959"/>
          <ac:spMkLst>
            <pc:docMk/>
            <pc:sldMk cId="1235414310" sldId="275"/>
            <ac:spMk id="11" creationId="{A9D2268A-D939-4E78-91B6-6C7E46406788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03:37:04.181" v="1959"/>
          <ac:spMkLst>
            <pc:docMk/>
            <pc:sldMk cId="1235414310" sldId="275"/>
            <ac:spMk id="13" creationId="{E0C43A58-225D-452D-8185-0D89D1EED861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37:04.181" v="1959"/>
          <ac:spMkLst>
            <pc:docMk/>
            <pc:sldMk cId="1235414310" sldId="275"/>
            <ac:spMk id="18" creationId="{1A9F7B4E-B03D-4F64-BE33-00D074458D45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03:37:04.181" v="1959"/>
          <ac:spMkLst>
            <pc:docMk/>
            <pc:sldMk cId="1235414310" sldId="275"/>
            <ac:spMk id="20" creationId="{7E2BE7F7-CA89-4002-ACCE-A478AEA24F5E}"/>
          </ac:spMkLst>
        </pc:spChg>
        <pc:picChg chg="add mod ord">
          <ac:chgData name="Jyothi Bhavani Bachu (Student Employee)" userId="S::jbboce@rit.edu::7b133152-5ddd-4a3c-857b-a1051407c9b6" providerId="AD" clId="Web-{4AD2A898-F64F-E28A-BC30-89ECA9E0D3E8}" dt="2024-02-11T13:41:16.457" v="2047" actId="1076"/>
          <ac:picMkLst>
            <pc:docMk/>
            <pc:sldMk cId="1235414310" sldId="275"/>
            <ac:picMk id="6" creationId="{ED66A2F4-B0B3-131D-0641-3D9C90D22E04}"/>
          </ac:picMkLst>
        </pc:picChg>
      </pc:sldChg>
      <pc:sldChg chg="modSp modTransition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067966955" sldId="276"/>
        </pc:sldMkLst>
        <pc:spChg chg="mod">
          <ac:chgData name="Jyothi Bhavani Bachu (Student Employee)" userId="S::jbboce@rit.edu::7b133152-5ddd-4a3c-857b-a1051407c9b6" providerId="AD" clId="Web-{4AD2A898-F64F-E28A-BC30-89ECA9E0D3E8}" dt="2024-02-11T17:00:02.603" v="2132" actId="20577"/>
          <ac:spMkLst>
            <pc:docMk/>
            <pc:sldMk cId="2067966955" sldId="276"/>
            <ac:spMk id="2" creationId="{7004D9B9-A58C-C811-3585-399E4F11E923}"/>
          </ac:spMkLst>
        </pc:spChg>
      </pc:sldChg>
      <pc:sldChg chg="addSp modSp mod or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531013584" sldId="279"/>
        </pc:sldMkLst>
        <pc:spChg chg="mod">
          <ac:chgData name="Jyothi Bhavani Bachu (Student Employee)" userId="S::jbboce@rit.edu::7b133152-5ddd-4a3c-857b-a1051407c9b6" providerId="AD" clId="Web-{4AD2A898-F64F-E28A-BC30-89ECA9E0D3E8}" dt="2024-02-11T17:01:05.745" v="2137"/>
          <ac:spMkLst>
            <pc:docMk/>
            <pc:sldMk cId="1531013584" sldId="279"/>
            <ac:spMk id="2" creationId="{1E7BAD51-5242-8D46-E6A3-9AE299E4920F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1:40.481" v="2140" actId="20577"/>
          <ac:spMkLst>
            <pc:docMk/>
            <pc:sldMk cId="1531013584" sldId="279"/>
            <ac:spMk id="3" creationId="{CFE7F32D-C015-DA3D-80A3-213951BC8328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1:05.745" v="2137"/>
          <ac:spMkLst>
            <pc:docMk/>
            <pc:sldMk cId="1531013584" sldId="279"/>
            <ac:spMk id="4" creationId="{E1884EF9-9FCF-1E34-6468-C389E0B31521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25:40.075" v="2300" actId="20577"/>
          <ac:spMkLst>
            <pc:docMk/>
            <pc:sldMk cId="1531013584" sldId="279"/>
            <ac:spMk id="6" creationId="{8289274E-7D5C-9A85-EF83-97C78982E882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8:41.546" v="2270" actId="20577"/>
          <ac:spMkLst>
            <pc:docMk/>
            <pc:sldMk cId="1531013584" sldId="279"/>
            <ac:spMk id="7" creationId="{93AEE3B6-7EAC-9518-8651-9044E459979C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01:05.745" v="2137"/>
          <ac:spMkLst>
            <pc:docMk/>
            <pc:sldMk cId="1531013584" sldId="279"/>
            <ac:spMk id="12" creationId="{35DB3719-6FDC-4E5D-891D-FF40B7300F64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01:05.745" v="2137"/>
          <ac:spMkLst>
            <pc:docMk/>
            <pc:sldMk cId="1531013584" sldId="279"/>
            <ac:spMk id="14" creationId="{E0CBAC23-2E3F-4A90-BA59-F8299F6A5439}"/>
          </ac:spMkLst>
        </pc:spChg>
      </pc:sldChg>
      <pc:sldChg chg="addSp del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2743473658" sldId="280"/>
        </pc:sldMkLst>
        <pc:spChg chg="mo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2" creationId="{9FFCCC63-8259-629A-439C-C0D33B2B4DB7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4" creationId="{8AFCB52D-70C6-495D-6316-D581A94A98D5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6:43.339" v="2254" actId="14100"/>
          <ac:spMkLst>
            <pc:docMk/>
            <pc:sldMk cId="2743473658" sldId="280"/>
            <ac:spMk id="5" creationId="{6243338F-49F4-C05D-8982-350A2E741988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7:39.341" v="2265" actId="20577"/>
          <ac:spMkLst>
            <pc:docMk/>
            <pc:sldMk cId="2743473658" sldId="280"/>
            <ac:spMk id="9" creationId="{E7FC819B-6700-2094-BA1B-B2E21472290A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11" creationId="{1703E3CD-CBD8-97CB-C582-5F4205A79E51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13" creationId="{AAF7A678-F3F5-34AF-6ED7-61044764D117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14" creationId="{D4307F0C-F9A3-9253-8597-61E453FB7B66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15" creationId="{A4444F3D-DFBE-F6D7-9D5A-4670B94E06A7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7:27.293" v="2263" actId="1076"/>
          <ac:spMkLst>
            <pc:docMk/>
            <pc:sldMk cId="2743473658" sldId="280"/>
            <ac:spMk id="19" creationId="{08C22117-5883-F2D6-0519-6D5E3EE3E645}"/>
          </ac:spMkLst>
        </pc:spChg>
        <pc:spChg chg="add del mod">
          <ac:chgData name="Jyothi Bhavani Bachu (Student Employee)" userId="S::jbboce@rit.edu::7b133152-5ddd-4a3c-857b-a1051407c9b6" providerId="AD" clId="Web-{4AD2A898-F64F-E28A-BC30-89ECA9E0D3E8}" dt="2024-02-11T17:16:56.652" v="2258" actId="20577"/>
          <ac:spMkLst>
            <pc:docMk/>
            <pc:sldMk cId="2743473658" sldId="280"/>
            <ac:spMk id="20" creationId="{32E4DC7D-6FD2-7BA1-01DC-B72398698B3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0:40.370" v="2135"/>
          <ac:spMkLst>
            <pc:docMk/>
            <pc:sldMk cId="2743473658" sldId="280"/>
            <ac:spMk id="35" creationId="{E5F17139-31EE-46AC-B04F-DBBD852DD6C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0:40.370" v="2135"/>
          <ac:spMkLst>
            <pc:docMk/>
            <pc:sldMk cId="2743473658" sldId="280"/>
            <ac:spMk id="37" creationId="{AAD42DD4-86F6-4FD2-869F-32D35E310CF6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0:40.370" v="2135"/>
          <ac:spMkLst>
            <pc:docMk/>
            <pc:sldMk cId="2743473658" sldId="280"/>
            <ac:spMk id="39" creationId="{4C36B8C5-0DEB-41B5-911D-572E2E835E3C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0:40.370" v="2135"/>
          <ac:spMkLst>
            <pc:docMk/>
            <pc:sldMk cId="2743473658" sldId="280"/>
            <ac:spMk id="41" creationId="{B5DC987A-A8C7-4C23-9BF5-33E9F6F21DC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0:40.370" v="2135"/>
          <ac:spMkLst>
            <pc:docMk/>
            <pc:sldMk cId="2743473658" sldId="280"/>
            <ac:spMk id="43" creationId="{F213F2CF-C6DF-4CE1-A6F0-E3B1BFBB0B23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0:40.370" v="2135"/>
          <ac:spMkLst>
            <pc:docMk/>
            <pc:sldMk cId="2743473658" sldId="280"/>
            <ac:spMk id="45" creationId="{84325C15-4820-4911-B66E-A5F917CFAE58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47" creationId="{70DFC902-7D23-471A-B557-B6B6917D7A0D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00:40.385" v="2136"/>
          <ac:spMkLst>
            <pc:docMk/>
            <pc:sldMk cId="2743473658" sldId="280"/>
            <ac:spMk id="48" creationId="{A55D5633-D557-4DCA-982C-FF36EB7A1C00}"/>
          </ac:spMkLst>
        </pc:spChg>
        <pc:picChg chg="mod">
          <ac:chgData name="Jyothi Bhavani Bachu (Student Employee)" userId="S::jbboce@rit.edu::7b133152-5ddd-4a3c-857b-a1051407c9b6" providerId="AD" clId="Web-{4AD2A898-F64F-E28A-BC30-89ECA9E0D3E8}" dt="2024-02-11T17:00:40.385" v="2136"/>
          <ac:picMkLst>
            <pc:docMk/>
            <pc:sldMk cId="2743473658" sldId="280"/>
            <ac:picMk id="3" creationId="{440039E7-F3AE-2197-EC71-AEDAA3EE7FEB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00:40.385" v="2136"/>
          <ac:picMkLst>
            <pc:docMk/>
            <pc:sldMk cId="2743473658" sldId="280"/>
            <ac:picMk id="28" creationId="{2C466B84-8F21-6F9A-24C4-8956C2954361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00:40.385" v="2136"/>
          <ac:picMkLst>
            <pc:docMk/>
            <pc:sldMk cId="2743473658" sldId="280"/>
            <ac:picMk id="30" creationId="{D775AB44-74E2-23D0-A4F1-2129CFA8685A}"/>
          </ac:picMkLst>
        </pc:picChg>
        <pc:cxnChg chg="mod">
          <ac:chgData name="Jyothi Bhavani Bachu (Student Employee)" userId="S::jbboce@rit.edu::7b133152-5ddd-4a3c-857b-a1051407c9b6" providerId="AD" clId="Web-{4AD2A898-F64F-E28A-BC30-89ECA9E0D3E8}" dt="2024-02-11T17:00:40.385" v="2136"/>
          <ac:cxnSpMkLst>
            <pc:docMk/>
            <pc:sldMk cId="2743473658" sldId="280"/>
            <ac:cxnSpMk id="7" creationId="{6F31C960-A2BA-E946-6C92-F596F51EF1D9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00:40.385" v="2136"/>
          <ac:cxnSpMkLst>
            <pc:docMk/>
            <pc:sldMk cId="2743473658" sldId="280"/>
            <ac:cxnSpMk id="10" creationId="{9BADB41B-3049-1518-6F26-576D9B9EF1A4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00:40.385" v="2136"/>
          <ac:cxnSpMkLst>
            <pc:docMk/>
            <pc:sldMk cId="2743473658" sldId="280"/>
            <ac:cxnSpMk id="12" creationId="{549FEEA6-F293-FD75-49E1-B2091AA25D87}"/>
          </ac:cxnSpMkLst>
        </pc:cxnChg>
      </pc:sldChg>
      <pc:sldChg chg="add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881579192" sldId="281"/>
        </pc:sldMkLst>
        <pc:spChg chg="mod">
          <ac:chgData name="Jyothi Bhavani Bachu (Student Employee)" userId="S::jbboce@rit.edu::7b133152-5ddd-4a3c-857b-a1051407c9b6" providerId="AD" clId="Web-{4AD2A898-F64F-E28A-BC30-89ECA9E0D3E8}" dt="2024-02-11T17:00:17.088" v="2133"/>
          <ac:spMkLst>
            <pc:docMk/>
            <pc:sldMk cId="1881579192" sldId="281"/>
            <ac:spMk id="4" creationId="{5B0860E9-DECD-98D2-F3C0-F10E26EE1F86}"/>
          </ac:spMkLst>
        </pc:spChg>
        <pc:spChg chg="mod ord">
          <ac:chgData name="Jyothi Bhavani Bachu (Student Employee)" userId="S::jbboce@rit.edu::7b133152-5ddd-4a3c-857b-a1051407c9b6" providerId="AD" clId="Web-{4AD2A898-F64F-E28A-BC30-89ECA9E0D3E8}" dt="2024-02-11T17:00:17.088" v="2133"/>
          <ac:spMkLst>
            <pc:docMk/>
            <pc:sldMk cId="1881579192" sldId="281"/>
            <ac:spMk id="6" creationId="{BC904E64-55E9-BCC2-70AB-B8A11DC6E832}"/>
          </ac:spMkLst>
        </pc:spChg>
        <pc:spChg chg="add">
          <ac:chgData name="Jyothi Bhavani Bachu (Student Employee)" userId="S::jbboce@rit.edu::7b133152-5ddd-4a3c-857b-a1051407c9b6" providerId="AD" clId="Web-{4AD2A898-F64F-E28A-BC30-89ECA9E0D3E8}" dt="2024-02-11T17:00:17.088" v="2133"/>
          <ac:spMkLst>
            <pc:docMk/>
            <pc:sldMk cId="1881579192" sldId="281"/>
            <ac:spMk id="11" creationId="{D4771268-CB57-404A-9271-370EB28F6090}"/>
          </ac:spMkLst>
        </pc:spChg>
        <pc:picChg chg="mod">
          <ac:chgData name="Jyothi Bhavani Bachu (Student Employee)" userId="S::jbboce@rit.edu::7b133152-5ddd-4a3c-857b-a1051407c9b6" providerId="AD" clId="Web-{4AD2A898-F64F-E28A-BC30-89ECA9E0D3E8}" dt="2024-02-11T17:00:17.088" v="2133"/>
          <ac:picMkLst>
            <pc:docMk/>
            <pc:sldMk cId="1881579192" sldId="281"/>
            <ac:picMk id="5" creationId="{C41C7210-CBEA-D277-F281-D303FA00DDB5}"/>
          </ac:picMkLst>
        </pc:picChg>
      </pc:sldChg>
      <pc:sldChg chg="addSp del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1268080508" sldId="282"/>
        </pc:sldMkLst>
        <pc:spChg chg="mod">
          <ac:chgData name="Jyothi Bhavani Bachu (Student Employee)" userId="S::jbboce@rit.edu::7b133152-5ddd-4a3c-857b-a1051407c9b6" providerId="AD" clId="Web-{4AD2A898-F64F-E28A-BC30-89ECA9E0D3E8}" dt="2024-02-11T17:15:42.946" v="2247"/>
          <ac:spMkLst>
            <pc:docMk/>
            <pc:sldMk cId="1268080508" sldId="282"/>
            <ac:spMk id="2" creationId="{2B7AF803-F378-2651-D7CB-EFC6DB45D954}"/>
          </ac:spMkLst>
        </pc:spChg>
        <pc:spChg chg="mod ord">
          <ac:chgData name="Jyothi Bhavani Bachu (Student Employee)" userId="S::jbboce@rit.edu::7b133152-5ddd-4a3c-857b-a1051407c9b6" providerId="AD" clId="Web-{4AD2A898-F64F-E28A-BC30-89ECA9E0D3E8}" dt="2024-02-11T17:15:42.946" v="2247"/>
          <ac:spMkLst>
            <pc:docMk/>
            <pc:sldMk cId="1268080508" sldId="282"/>
            <ac:spMk id="4" creationId="{4D8F84D3-6696-E0C2-2018-41D18D6391F9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4:26.377" v="2148"/>
          <ac:spMkLst>
            <pc:docMk/>
            <pc:sldMk cId="1268080508" sldId="282"/>
            <ac:spMk id="11" creationId="{37C89E4B-3C9F-44B9-8B86-D9E3D112D8EC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42.946" v="2247"/>
          <ac:spMkLst>
            <pc:docMk/>
            <pc:sldMk cId="1268080508" sldId="282"/>
            <ac:spMk id="17" creationId="{D4771268-CB57-404A-9271-370EB28F6090}"/>
          </ac:spMkLst>
        </pc:spChg>
        <pc:picChg chg="mod ord">
          <ac:chgData name="Jyothi Bhavani Bachu (Student Employee)" userId="S::jbboce@rit.edu::7b133152-5ddd-4a3c-857b-a1051407c9b6" providerId="AD" clId="Web-{4AD2A898-F64F-E28A-BC30-89ECA9E0D3E8}" dt="2024-02-11T17:15:42.946" v="2247"/>
          <ac:picMkLst>
            <pc:docMk/>
            <pc:sldMk cId="1268080508" sldId="282"/>
            <ac:picMk id="5" creationId="{2F7DB9A0-CD5F-D721-E0F4-EDB152E7A518}"/>
          </ac:picMkLst>
        </pc:picChg>
        <pc:cxnChg chg="add del">
          <ac:chgData name="Jyothi Bhavani Bachu (Student Employee)" userId="S::jbboce@rit.edu::7b133152-5ddd-4a3c-857b-a1051407c9b6" providerId="AD" clId="Web-{4AD2A898-F64F-E28A-BC30-89ECA9E0D3E8}" dt="2024-02-11T17:04:26.377" v="2148"/>
          <ac:cxnSpMkLst>
            <pc:docMk/>
            <pc:sldMk cId="1268080508" sldId="282"/>
            <ac:cxnSpMk id="13" creationId="{AA2EAA10-076F-46BD-8F0F-B9A2FB77A85C}"/>
          </ac:cxnSpMkLst>
        </pc:cxnChg>
        <pc:cxnChg chg="add del">
          <ac:chgData name="Jyothi Bhavani Bachu (Student Employee)" userId="S::jbboce@rit.edu::7b133152-5ddd-4a3c-857b-a1051407c9b6" providerId="AD" clId="Web-{4AD2A898-F64F-E28A-BC30-89ECA9E0D3E8}" dt="2024-02-11T17:04:26.377" v="2148"/>
          <ac:cxnSpMkLst>
            <pc:docMk/>
            <pc:sldMk cId="1268080508" sldId="282"/>
            <ac:cxnSpMk id="15" creationId="{D891E407-403B-4764-86C9-33A56D3BCAA3}"/>
          </ac:cxnSpMkLst>
        </pc:cxnChg>
      </pc:sldChg>
      <pc:sldChg chg="addSp delSp modSp mod modTransition setBg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3777647705" sldId="283"/>
        </pc:sldMkLst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" creationId="{E334C6D1-8E0E-5861-70F4-294BEBDDC4C8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" creationId="{62EF044F-0422-716A-412A-334E56C10EC1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4" creationId="{F7A9B4B4-540D-292C-9D38-4F108CD6C06C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7" creationId="{344C1C44-26D5-F19B-D636-CCB3A095043E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8" creationId="{5EBB43AA-B7AE-390E-E786-C8E3BA7D6BDE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9" creationId="{FEB614E0-3F4B-15FA-A7B0-CBF6E369964F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0" creationId="{C5859E11-3208-D9F1-FF9A-24D9734B3FDC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1" creationId="{6BD9D6BD-8601-AD85-939B-4363CA0974CF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3" creationId="{0CE7BDEB-14FD-A72C-DF84-88B00BA15B82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4" creationId="{9E31C75E-F5D2-6BDB-4B7E-1BDE4CC7DE63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7" creationId="{A7FF14EF-3FF4-155F-8018-A980BAB78903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8" creationId="{A4F9360B-B117-0404-B974-592AE6775D95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19" creationId="{9B987D00-B040-A799-E621-00C3C55E693C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0" creationId="{4412AC93-F07F-459E-866F-0DAB893D0E7E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1" creationId="{EBFE6BD1-E686-9698-2AB6-0123162F679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3" creationId="{14EF5230-AAE5-B127-485A-48A8F08253C6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5" creationId="{11B97A03-3E46-862E-D0D4-E35D1566584D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7" creationId="{F210E6DB-89BE-F540-65BD-DA05939D2D9B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8" creationId="{E46E4A18-9464-BE7C-8EF9-039B06D3FB5E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29" creationId="{069891F3-A7FC-CD60-2C81-AF6B4CCE99D0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0" creationId="{133B053E-4DBC-62AB-BE76-14ED8B946A51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1" creationId="{2FC35D3F-5191-0777-910E-16CCE6052528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2" creationId="{9433A370-E440-312D-B23E-F2C054E7A4E3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3" creationId="{3C9987AA-D05D-FEA9-D932-76FC109D468C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4" creationId="{167EDAEF-3C8F-4694-98D0-743A727B37CC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5" creationId="{29CB74AD-4ABA-DED7-E87E-A4AFCC20B869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6" creationId="{D0B531EE-306A-98EB-3FFD-656591F80B68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7" creationId="{FFB4FCF1-8B20-6313-2740-0F7799863706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8" creationId="{0730467F-59DF-6185-7B90-F7F2987F743C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39" creationId="{0CAE956B-8D15-D7B2-8126-270DA8DD747F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40" creationId="{E9752EF5-5902-9E7D-A704-B47722D4BAD4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42" creationId="{F976CC6E-DC6E-1E37-D7D0-06810A4950C3}"/>
          </ac:spMkLst>
        </pc:spChg>
        <pc:spChg chg="mod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44" creationId="{F8A8FBD2-6857-ADFE-ECF6-4D5181B76E12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6:21.131" v="2153"/>
          <ac:spMkLst>
            <pc:docMk/>
            <pc:sldMk cId="3777647705" sldId="283"/>
            <ac:spMk id="50" creationId="{E5F17139-31EE-46AC-B04F-DBBD852DD6C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6:21.131" v="2153"/>
          <ac:spMkLst>
            <pc:docMk/>
            <pc:sldMk cId="3777647705" sldId="283"/>
            <ac:spMk id="52" creationId="{AAD42DD4-86F6-4FD2-869F-32D35E310CF6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6:21.131" v="2153"/>
          <ac:spMkLst>
            <pc:docMk/>
            <pc:sldMk cId="3777647705" sldId="283"/>
            <ac:spMk id="54" creationId="{4C36B8C5-0DEB-41B5-911D-572E2E835E3C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6:21.131" v="2153"/>
          <ac:spMkLst>
            <pc:docMk/>
            <pc:sldMk cId="3777647705" sldId="283"/>
            <ac:spMk id="56" creationId="{B5DC987A-A8C7-4C23-9BF5-33E9F6F21DCB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6:21.131" v="2153"/>
          <ac:spMkLst>
            <pc:docMk/>
            <pc:sldMk cId="3777647705" sldId="283"/>
            <ac:spMk id="58" creationId="{F213F2CF-C6DF-4CE1-A6F0-E3B1BFBB0B23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06:21.131" v="2153"/>
          <ac:spMkLst>
            <pc:docMk/>
            <pc:sldMk cId="3777647705" sldId="283"/>
            <ac:spMk id="60" creationId="{84325C15-4820-4911-B66E-A5F917CFAE58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62" creationId="{AE2B703B-46F9-481A-A605-82E2A828C4FA}"/>
          </ac:spMkLst>
        </pc:spChg>
        <pc:spChg chg="add del">
          <ac:chgData name="Jyothi Bhavani Bachu (Student Employee)" userId="S::jbboce@rit.edu::7b133152-5ddd-4a3c-857b-a1051407c9b6" providerId="AD" clId="Web-{4AD2A898-F64F-E28A-BC30-89ECA9E0D3E8}" dt="2024-02-11T17:15:32.024" v="2244"/>
          <ac:spMkLst>
            <pc:docMk/>
            <pc:sldMk cId="3777647705" sldId="283"/>
            <ac:spMk id="63" creationId="{F13BE4D7-0C3D-4906-B230-A1C5B4665CCF}"/>
          </ac:spMkLst>
        </pc:spChg>
        <pc:picChg chg="mod">
          <ac:chgData name="Jyothi Bhavani Bachu (Student Employee)" userId="S::jbboce@rit.edu::7b133152-5ddd-4a3c-857b-a1051407c9b6" providerId="AD" clId="Web-{4AD2A898-F64F-E28A-BC30-89ECA9E0D3E8}" dt="2024-02-11T17:15:32.024" v="2244"/>
          <ac:picMkLst>
            <pc:docMk/>
            <pc:sldMk cId="3777647705" sldId="283"/>
            <ac:picMk id="5" creationId="{9DC29E1A-375A-F9A6-977F-6B570E6C594A}"/>
          </ac:picMkLst>
        </pc:picChg>
        <pc:picChg chg="mod">
          <ac:chgData name="Jyothi Bhavani Bachu (Student Employee)" userId="S::jbboce@rit.edu::7b133152-5ddd-4a3c-857b-a1051407c9b6" providerId="AD" clId="Web-{4AD2A898-F64F-E28A-BC30-89ECA9E0D3E8}" dt="2024-02-11T17:15:32.024" v="2244"/>
          <ac:picMkLst>
            <pc:docMk/>
            <pc:sldMk cId="3777647705" sldId="283"/>
            <ac:picMk id="6" creationId="{EAD3C04A-90E6-4F18-F2CF-AABBD26BB19F}"/>
          </ac:picMkLst>
        </pc:pic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12" creationId="{2E45C41B-2D7D-1D6C-B895-8149E88F1F77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15" creationId="{CED48F93-D452-E3CE-FCDB-436D07E8BE04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22" creationId="{97B88170-80FA-B1CC-0F56-85C86946EBB3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24" creationId="{1FE0F24C-E138-E942-9C3F-2DA4AB6B55A7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26" creationId="{CECFF25C-9163-BCCB-D609-359CE45DD7EC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41" creationId="{94A57782-0FCD-8817-F832-87C33EF19447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43" creationId="{3F1565D3-3B6E-ADD4-736F-72B96A3C073C}"/>
          </ac:cxnSpMkLst>
        </pc:cxnChg>
        <pc:cxnChg chg="mod">
          <ac:chgData name="Jyothi Bhavani Bachu (Student Employee)" userId="S::jbboce@rit.edu::7b133152-5ddd-4a3c-857b-a1051407c9b6" providerId="AD" clId="Web-{4AD2A898-F64F-E28A-BC30-89ECA9E0D3E8}" dt="2024-02-11T17:15:32.024" v="2244"/>
          <ac:cxnSpMkLst>
            <pc:docMk/>
            <pc:sldMk cId="3777647705" sldId="283"/>
            <ac:cxnSpMk id="45" creationId="{E8CAC544-71DC-429C-2002-5BFBC64D12DB}"/>
          </ac:cxnSpMkLst>
        </pc:cxnChg>
      </pc:sldChg>
      <pc:sldChg chg="modSp new del">
        <pc:chgData name="Jyothi Bhavani Bachu (Student Employee)" userId="S::jbboce@rit.edu::7b133152-5ddd-4a3c-857b-a1051407c9b6" providerId="AD" clId="Web-{4AD2A898-F64F-E28A-BC30-89ECA9E0D3E8}" dt="2024-02-11T17:15:50.931" v="2250"/>
        <pc:sldMkLst>
          <pc:docMk/>
          <pc:sldMk cId="3727469672" sldId="284"/>
        </pc:sldMkLst>
        <pc:spChg chg="mod">
          <ac:chgData name="Jyothi Bhavani Bachu (Student Employee)" userId="S::jbboce@rit.edu::7b133152-5ddd-4a3c-857b-a1051407c9b6" providerId="AD" clId="Web-{4AD2A898-F64F-E28A-BC30-89ECA9E0D3E8}" dt="2024-02-11T17:15:47.618" v="2249" actId="20577"/>
          <ac:spMkLst>
            <pc:docMk/>
            <pc:sldMk cId="3727469672" sldId="284"/>
            <ac:spMk id="3" creationId="{B412801E-1744-FACE-6968-71B093F45B1B}"/>
          </ac:spMkLst>
        </pc:spChg>
      </pc:sldChg>
      <pc:sldChg chg="del modTransition">
        <pc:chgData name="Jyothi Bhavani Bachu (Student Employee)" userId="S::jbboce@rit.edu::7b133152-5ddd-4a3c-857b-a1051407c9b6" providerId="AD" clId="Web-{4AD2A898-F64F-E28A-BC30-89ECA9E0D3E8}" dt="2024-02-11T17:33:03.309" v="2313"/>
        <pc:sldMkLst>
          <pc:docMk/>
          <pc:sldMk cId="3520232853" sldId="285"/>
        </pc:sldMkLst>
      </pc:sldChg>
      <pc:sldMasterChg chg="modTransition modSldLayout">
        <pc:chgData name="Jyothi Bhavani Bachu (Student Employee)" userId="S::jbboce@rit.edu::7b133152-5ddd-4a3c-857b-a1051407c9b6" providerId="AD" clId="Web-{4AD2A898-F64F-E28A-BC30-89ECA9E0D3E8}" dt="2024-02-11T17:33:03.309" v="2313"/>
        <pc:sldMasterMkLst>
          <pc:docMk/>
          <pc:sldMasterMk cId="1234841287" sldId="2147483648"/>
        </pc:sldMasterMkLst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964903952" sldId="2147483649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3032576693" sldId="2147483650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3875988050" sldId="2147483651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3090140458" sldId="2147483652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596330943" sldId="2147483653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2091326403" sldId="2147483654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1627472820" sldId="2147483655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2860415299" sldId="2147483656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3821529016" sldId="2147483657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412761177" sldId="2147483658"/>
          </pc:sldLayoutMkLst>
        </pc:sldLayoutChg>
        <pc:sldLayoutChg chg="modTransition">
          <pc:chgData name="Jyothi Bhavani Bachu (Student Employee)" userId="S::jbboce@rit.edu::7b133152-5ddd-4a3c-857b-a1051407c9b6" providerId="AD" clId="Web-{4AD2A898-F64F-E28A-BC30-89ECA9E0D3E8}" dt="2024-02-11T17:33:03.309" v="2313"/>
          <pc:sldLayoutMkLst>
            <pc:docMk/>
            <pc:sldMasterMk cId="1234841287" sldId="2147483648"/>
            <pc:sldLayoutMk cId="2719478752" sldId="2147483659"/>
          </pc:sldLayoutMkLst>
        </pc:sldLayoutChg>
      </pc:sldMasterChg>
    </pc:docChg>
  </pc:docChgLst>
  <pc:docChgLst>
    <pc:chgData name="Ankita Sindhu (RIT Student)" userId="S::as5767@rit.edu::892c271f-df11-4c9d-8340-089853bc83bc" providerId="AD" clId="Web-{7360D50C-12C0-79C1-4A05-BB236E62EA92}"/>
    <pc:docChg chg="mod">
      <pc:chgData name="Ankita Sindhu (RIT Student)" userId="S::as5767@rit.edu::892c271f-df11-4c9d-8340-089853bc83bc" providerId="AD" clId="Web-{7360D50C-12C0-79C1-4A05-BB236E62EA92}" dt="2024-02-11T01:20:05.450" v="3"/>
      <pc:docMkLst>
        <pc:docMk/>
      </pc:docMkLst>
      <pc:sldChg chg="modCm">
        <pc:chgData name="Ankita Sindhu (RIT Student)" userId="S::as5767@rit.edu::892c271f-df11-4c9d-8340-089853bc83bc" providerId="AD" clId="Web-{7360D50C-12C0-79C1-4A05-BB236E62EA92}" dt="2024-02-11T01:20:05.450" v="3"/>
        <pc:sldMkLst>
          <pc:docMk/>
          <pc:sldMk cId="2575979830" sldId="26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Ankita Sindhu (RIT Student)" userId="S::as5767@rit.edu::892c271f-df11-4c9d-8340-089853bc83bc" providerId="AD" clId="Web-{7360D50C-12C0-79C1-4A05-BB236E62EA92}" dt="2024-02-11T01:20:05.450" v="3"/>
              <pc2:cmMkLst xmlns:pc2="http://schemas.microsoft.com/office/powerpoint/2019/9/main/command">
                <pc:docMk/>
                <pc:sldMk cId="2575979830" sldId="264"/>
                <pc2:cmMk id="{45965754-50EF-4619-B8DE-C1E73CC27113}"/>
              </pc2:cmMkLst>
              <pc226:cmRplyChg chg="add">
                <pc226:chgData name="Ankita Sindhu (RIT Student)" userId="S::as5767@rit.edu::892c271f-df11-4c9d-8340-089853bc83bc" providerId="AD" clId="Web-{7360D50C-12C0-79C1-4A05-BB236E62EA92}" dt="2024-02-11T01:11:56.144" v="1"/>
                <pc2:cmRplyMkLst xmlns:pc2="http://schemas.microsoft.com/office/powerpoint/2019/9/main/command">
                  <pc:docMk/>
                  <pc:sldMk cId="2575979830" sldId="264"/>
                  <pc2:cmMk id="{45965754-50EF-4619-B8DE-C1E73CC27113}"/>
                  <pc2:cmRplyMk id="{B540583D-E787-4A31-BE66-D848A742B966}"/>
                </pc2:cmRplyMkLst>
              </pc226:cmRplyChg>
              <pc226:cmRplyChg chg="add">
                <pc226:chgData name="Ankita Sindhu (RIT Student)" userId="S::as5767@rit.edu::892c271f-df11-4c9d-8340-089853bc83bc" providerId="AD" clId="Web-{7360D50C-12C0-79C1-4A05-BB236E62EA92}" dt="2024-02-11T01:20:05.450" v="3"/>
                <pc2:cmRplyMkLst xmlns:pc2="http://schemas.microsoft.com/office/powerpoint/2019/9/main/command">
                  <pc:docMk/>
                  <pc:sldMk cId="2575979830" sldId="264"/>
                  <pc2:cmMk id="{45965754-50EF-4619-B8DE-C1E73CC27113}"/>
                  <pc2:cmRplyMk id="{863A64BF-68C1-4F81-8314-399B0E4825E4}"/>
                </pc2:cmRplyMkLst>
              </pc226:cmRplyChg>
              <pc226:cmRplyChg chg="add">
                <pc226:chgData name="Ankita Sindhu (RIT Student)" userId="S::as5767@rit.edu::892c271f-df11-4c9d-8340-089853bc83bc" providerId="AD" clId="Web-{7360D50C-12C0-79C1-4A05-BB236E62EA92}" dt="2024-02-11T01:14:02.006" v="2"/>
                <pc2:cmRplyMkLst xmlns:pc2="http://schemas.microsoft.com/office/powerpoint/2019/9/main/command">
                  <pc:docMk/>
                  <pc:sldMk cId="2575979830" sldId="264"/>
                  <pc2:cmMk id="{45965754-50EF-4619-B8DE-C1E73CC27113}"/>
                  <pc2:cmRplyMk id="{5B085DEF-E59B-422E-A2DD-E713108AC6D7}"/>
                </pc2:cmRplyMkLst>
              </pc226:cmRplyChg>
            </pc226:cmChg>
          </p:ext>
        </pc:extLst>
      </pc:sldChg>
    </pc:docChg>
  </pc:docChgLst>
  <pc:docChgLst>
    <pc:chgData name="Ankita Sindhu (RIT Student)" userId="S::as5767@rit.edu::892c271f-df11-4c9d-8340-089853bc83bc" providerId="AD" clId="Web-{4EBE91F9-2A5D-7BE4-55FF-E92A9791CA0A}"/>
    <pc:docChg chg="addSld modSld">
      <pc:chgData name="Ankita Sindhu (RIT Student)" userId="S::as5767@rit.edu::892c271f-df11-4c9d-8340-089853bc83bc" providerId="AD" clId="Web-{4EBE91F9-2A5D-7BE4-55FF-E92A9791CA0A}" dt="2024-02-10T19:14:00.310" v="8" actId="1076"/>
      <pc:docMkLst>
        <pc:docMk/>
      </pc:docMkLst>
      <pc:sldChg chg="addSp delSp modSp">
        <pc:chgData name="Ankita Sindhu (RIT Student)" userId="S::as5767@rit.edu::892c271f-df11-4c9d-8340-089853bc83bc" providerId="AD" clId="Web-{4EBE91F9-2A5D-7BE4-55FF-E92A9791CA0A}" dt="2024-02-10T19:13:18.683" v="4"/>
        <pc:sldMkLst>
          <pc:docMk/>
          <pc:sldMk cId="803190141" sldId="261"/>
        </pc:sldMkLst>
        <pc:picChg chg="add del mod">
          <ac:chgData name="Ankita Sindhu (RIT Student)" userId="S::as5767@rit.edu::892c271f-df11-4c9d-8340-089853bc83bc" providerId="AD" clId="Web-{4EBE91F9-2A5D-7BE4-55FF-E92A9791CA0A}" dt="2024-02-10T19:13:18.683" v="4"/>
          <ac:picMkLst>
            <pc:docMk/>
            <pc:sldMk cId="803190141" sldId="261"/>
            <ac:picMk id="2" creationId="{557C02A5-5438-A946-0C68-C07FE06D928B}"/>
          </ac:picMkLst>
        </pc:picChg>
      </pc:sldChg>
      <pc:sldChg chg="addSp delSp modSp new">
        <pc:chgData name="Ankita Sindhu (RIT Student)" userId="S::as5767@rit.edu::892c271f-df11-4c9d-8340-089853bc83bc" providerId="AD" clId="Web-{4EBE91F9-2A5D-7BE4-55FF-E92A9791CA0A}" dt="2024-02-10T19:14:00.310" v="8" actId="1076"/>
        <pc:sldMkLst>
          <pc:docMk/>
          <pc:sldMk cId="1881579192" sldId="269"/>
        </pc:sldMkLst>
        <pc:spChg chg="del">
          <ac:chgData name="Ankita Sindhu (RIT Student)" userId="S::as5767@rit.edu::892c271f-df11-4c9d-8340-089853bc83bc" providerId="AD" clId="Web-{4EBE91F9-2A5D-7BE4-55FF-E92A9791CA0A}" dt="2024-02-10T19:13:52.763" v="6"/>
          <ac:spMkLst>
            <pc:docMk/>
            <pc:sldMk cId="1881579192" sldId="269"/>
            <ac:spMk id="2" creationId="{F4C68AF3-5BCB-431A-97BB-791FC4EFBD4E}"/>
          </ac:spMkLst>
        </pc:spChg>
        <pc:spChg chg="del mod">
          <ac:chgData name="Ankita Sindhu (RIT Student)" userId="S::as5767@rit.edu::892c271f-df11-4c9d-8340-089853bc83bc" providerId="AD" clId="Web-{4EBE91F9-2A5D-7BE4-55FF-E92A9791CA0A}" dt="2024-02-10T19:13:43.669" v="5"/>
          <ac:spMkLst>
            <pc:docMk/>
            <pc:sldMk cId="1881579192" sldId="269"/>
            <ac:spMk id="3" creationId="{2164BE60-6E45-167B-2EF6-34CA7804E525}"/>
          </ac:spMkLst>
        </pc:spChg>
        <pc:picChg chg="add mod ord">
          <ac:chgData name="Ankita Sindhu (RIT Student)" userId="S::as5767@rit.edu::892c271f-df11-4c9d-8340-089853bc83bc" providerId="AD" clId="Web-{4EBE91F9-2A5D-7BE4-55FF-E92A9791CA0A}" dt="2024-02-10T19:14:00.310" v="8" actId="1076"/>
          <ac:picMkLst>
            <pc:docMk/>
            <pc:sldMk cId="1881579192" sldId="269"/>
            <ac:picMk id="5" creationId="{C41C7210-CBEA-D277-F281-D303FA00DDB5}"/>
          </ac:picMkLst>
        </pc:picChg>
      </pc:sldChg>
    </pc:docChg>
  </pc:docChgLst>
  <pc:docChgLst>
    <pc:chgData name="Tejaswini Lingaraddi Vantigodi (RIT Student)" userId="S::tv8913@rit.edu::f564f9a9-df5b-461c-b894-c4c67b80ee71" providerId="AD" clId="Web-{88905FDC-C720-1077-CEB1-4C4B923CD519}"/>
    <pc:docChg chg="modSld">
      <pc:chgData name="Tejaswini Lingaraddi Vantigodi (RIT Student)" userId="S::tv8913@rit.edu::f564f9a9-df5b-461c-b894-c4c67b80ee71" providerId="AD" clId="Web-{88905FDC-C720-1077-CEB1-4C4B923CD519}" dt="2024-02-11T02:07:10.793" v="399" actId="1076"/>
      <pc:docMkLst>
        <pc:docMk/>
      </pc:docMkLst>
      <pc:sldChg chg="modSp">
        <pc:chgData name="Tejaswini Lingaraddi Vantigodi (RIT Student)" userId="S::tv8913@rit.edu::f564f9a9-df5b-461c-b894-c4c67b80ee71" providerId="AD" clId="Web-{88905FDC-C720-1077-CEB1-4C4B923CD519}" dt="2024-02-11T02:05:29.542" v="388" actId="20577"/>
        <pc:sldMkLst>
          <pc:docMk/>
          <pc:sldMk cId="3117309073" sldId="257"/>
        </pc:sldMkLst>
        <pc:spChg chg="mod">
          <ac:chgData name="Tejaswini Lingaraddi Vantigodi (RIT Student)" userId="S::tv8913@rit.edu::f564f9a9-df5b-461c-b894-c4c67b80ee71" providerId="AD" clId="Web-{88905FDC-C720-1077-CEB1-4C4B923CD519}" dt="2024-02-11T02:05:29.542" v="388" actId="20577"/>
          <ac:spMkLst>
            <pc:docMk/>
            <pc:sldMk cId="3117309073" sldId="257"/>
            <ac:spMk id="7" creationId="{00000000-0000-0000-0000-000000000000}"/>
          </ac:spMkLst>
        </pc:spChg>
      </pc:sldChg>
      <pc:sldChg chg="addSp delSp modSp">
        <pc:chgData name="Tejaswini Lingaraddi Vantigodi (RIT Student)" userId="S::tv8913@rit.edu::f564f9a9-df5b-461c-b894-c4c67b80ee71" providerId="AD" clId="Web-{88905FDC-C720-1077-CEB1-4C4B923CD519}" dt="2024-02-11T02:00:36.725" v="371" actId="1076"/>
        <pc:sldMkLst>
          <pc:docMk/>
          <pc:sldMk cId="4127097847" sldId="258"/>
        </pc:sldMkLst>
        <pc:spChg chg="mod">
          <ac:chgData name="Tejaswini Lingaraddi Vantigodi (RIT Student)" userId="S::tv8913@rit.edu::f564f9a9-df5b-461c-b894-c4c67b80ee71" providerId="AD" clId="Web-{88905FDC-C720-1077-CEB1-4C4B923CD519}" dt="2024-02-11T02:00:36.725" v="371" actId="1076"/>
          <ac:spMkLst>
            <pc:docMk/>
            <pc:sldMk cId="4127097847" sldId="258"/>
            <ac:spMk id="6" creationId="{00000000-0000-0000-0000-000000000000}"/>
          </ac:spMkLst>
        </pc:spChg>
        <pc:grpChg chg="del">
          <ac:chgData name="Tejaswini Lingaraddi Vantigodi (RIT Student)" userId="S::tv8913@rit.edu::f564f9a9-df5b-461c-b894-c4c67b80ee71" providerId="AD" clId="Web-{88905FDC-C720-1077-CEB1-4C4B923CD519}" dt="2024-02-11T01:52:31.453" v="132"/>
          <ac:grpSpMkLst>
            <pc:docMk/>
            <pc:sldMk cId="4127097847" sldId="258"/>
            <ac:grpSpMk id="16" creationId="{00000000-0000-0000-0000-000000000000}"/>
          </ac:grpSpMkLst>
        </pc:grpChg>
        <pc:picChg chg="add mod">
          <ac:chgData name="Tejaswini Lingaraddi Vantigodi (RIT Student)" userId="S::tv8913@rit.edu::f564f9a9-df5b-461c-b894-c4c67b80ee71" providerId="AD" clId="Web-{88905FDC-C720-1077-CEB1-4C4B923CD519}" dt="2024-02-11T02:00:27.006" v="362" actId="1076"/>
          <ac:picMkLst>
            <pc:docMk/>
            <pc:sldMk cId="4127097847" sldId="258"/>
            <ac:picMk id="2" creationId="{0A6FB4B8-3B65-A4A3-24F5-17A03B1E0AF1}"/>
          </ac:picMkLst>
        </pc:picChg>
      </pc:sldChg>
      <pc:sldChg chg="addSp delSp modSp mod setBg">
        <pc:chgData name="Tejaswini Lingaraddi Vantigodi (RIT Student)" userId="S::tv8913@rit.edu::f564f9a9-df5b-461c-b894-c4c67b80ee71" providerId="AD" clId="Web-{88905FDC-C720-1077-CEB1-4C4B923CD519}" dt="2024-02-11T02:07:10.793" v="399" actId="1076"/>
        <pc:sldMkLst>
          <pc:docMk/>
          <pc:sldMk cId="3745721847" sldId="259"/>
        </pc:sldMkLst>
        <pc:spChg chg="mod">
          <ac:chgData name="Tejaswini Lingaraddi Vantigodi (RIT Student)" userId="S::tv8913@rit.edu::f564f9a9-df5b-461c-b894-c4c67b80ee71" providerId="AD" clId="Web-{88905FDC-C720-1077-CEB1-4C4B923CD519}" dt="2024-02-11T02:07:10.793" v="399" actId="1076"/>
          <ac:spMkLst>
            <pc:docMk/>
            <pc:sldMk cId="3745721847" sldId="259"/>
            <ac:spMk id="5" creationId="{00000000-0000-0000-0000-000000000000}"/>
          </ac:spMkLst>
        </pc:spChg>
        <pc:spChg chg="mod ord">
          <ac:chgData name="Tejaswini Lingaraddi Vantigodi (RIT Student)" userId="S::tv8913@rit.edu::f564f9a9-df5b-461c-b894-c4c67b80ee71" providerId="AD" clId="Web-{88905FDC-C720-1077-CEB1-4C4B923CD519}" dt="2024-02-11T02:06:46.136" v="391"/>
          <ac:spMkLst>
            <pc:docMk/>
            <pc:sldMk cId="3745721847" sldId="259"/>
            <ac:spMk id="7" creationId="{00000000-0000-0000-0000-000000000000}"/>
          </ac:spMkLst>
        </pc:spChg>
        <pc:spChg chg="add del">
          <ac:chgData name="Tejaswini Lingaraddi Vantigodi (RIT Student)" userId="S::tv8913@rit.edu::f564f9a9-df5b-461c-b894-c4c67b80ee71" providerId="AD" clId="Web-{88905FDC-C720-1077-CEB1-4C4B923CD519}" dt="2024-02-11T02:06:46.136" v="391"/>
          <ac:spMkLst>
            <pc:docMk/>
            <pc:sldMk cId="3745721847" sldId="259"/>
            <ac:spMk id="12" creationId="{99F1FFA9-D672-408C-9220-ADEEC6ABDD09}"/>
          </ac:spMkLst>
        </pc:spChg>
        <pc:spChg chg="add">
          <ac:chgData name="Tejaswini Lingaraddi Vantigodi (RIT Student)" userId="S::tv8913@rit.edu::f564f9a9-df5b-461c-b894-c4c67b80ee71" providerId="AD" clId="Web-{88905FDC-C720-1077-CEB1-4C4B923CD519}" dt="2024-02-11T02:06:46.136" v="391"/>
          <ac:spMkLst>
            <pc:docMk/>
            <pc:sldMk cId="3745721847" sldId="259"/>
            <ac:spMk id="17" creationId="{687AFE0E-B37D-4531-AFE8-231C8348EAF1}"/>
          </ac:spMkLst>
        </pc:spChg>
        <pc:picChg chg="add del mod ord">
          <ac:chgData name="Tejaswini Lingaraddi Vantigodi (RIT Student)" userId="S::tv8913@rit.edu::f564f9a9-df5b-461c-b894-c4c67b80ee71" providerId="AD" clId="Web-{88905FDC-C720-1077-CEB1-4C4B923CD519}" dt="2024-02-11T02:06:41.199" v="390"/>
          <ac:picMkLst>
            <pc:docMk/>
            <pc:sldMk cId="3745721847" sldId="259"/>
            <ac:picMk id="2" creationId="{019D4F81-AC04-0D1E-3088-515161911943}"/>
          </ac:picMkLst>
        </pc:picChg>
        <pc:picChg chg="add mod">
          <ac:chgData name="Tejaswini Lingaraddi Vantigodi (RIT Student)" userId="S::tv8913@rit.edu::f564f9a9-df5b-461c-b894-c4c67b80ee71" providerId="AD" clId="Web-{88905FDC-C720-1077-CEB1-4C4B923CD519}" dt="2024-02-11T02:06:49.918" v="392" actId="1076"/>
          <ac:picMkLst>
            <pc:docMk/>
            <pc:sldMk cId="3745721847" sldId="259"/>
            <ac:picMk id="3" creationId="{E800CC67-2641-8F92-374B-DAE5A232B122}"/>
          </ac:picMkLst>
        </pc:picChg>
      </pc:sldChg>
      <pc:sldChg chg="modSp">
        <pc:chgData name="Tejaswini Lingaraddi Vantigodi (RIT Student)" userId="S::tv8913@rit.edu::f564f9a9-df5b-461c-b894-c4c67b80ee71" providerId="AD" clId="Web-{88905FDC-C720-1077-CEB1-4C4B923CD519}" dt="2024-02-11T02:04:09.245" v="378" actId="20577"/>
        <pc:sldMkLst>
          <pc:docMk/>
          <pc:sldMk cId="289917202" sldId="267"/>
        </pc:sldMkLst>
        <pc:spChg chg="mod">
          <ac:chgData name="Tejaswini Lingaraddi Vantigodi (RIT Student)" userId="S::tv8913@rit.edu::f564f9a9-df5b-461c-b894-c4c67b80ee71" providerId="AD" clId="Web-{88905FDC-C720-1077-CEB1-4C4B923CD519}" dt="2024-02-11T02:04:09.245" v="378" actId="20577"/>
          <ac:spMkLst>
            <pc:docMk/>
            <pc:sldMk cId="289917202" sldId="267"/>
            <ac:spMk id="4" creationId="{42F3CD0E-5950-493E-872E-9FC6E49A8D4A}"/>
          </ac:spMkLst>
        </pc:spChg>
        <pc:spChg chg="mod">
          <ac:chgData name="Tejaswini Lingaraddi Vantigodi (RIT Student)" userId="S::tv8913@rit.edu::f564f9a9-df5b-461c-b894-c4c67b80ee71" providerId="AD" clId="Web-{88905FDC-C720-1077-CEB1-4C4B923CD519}" dt="2024-02-10T17:02:05.709" v="24" actId="1076"/>
          <ac:spMkLst>
            <pc:docMk/>
            <pc:sldMk cId="289917202" sldId="267"/>
            <ac:spMk id="22" creationId="{84489AB7-3E51-6F44-A28A-AE3A33094CFF}"/>
          </ac:spMkLst>
        </pc:spChg>
      </pc:sldChg>
    </pc:docChg>
  </pc:docChgLst>
  <pc:docChgLst>
    <pc:chgData name="Megan Wilson (RIT Student)" userId="S::mdw7667@rit.edu::b693d177-7822-4910-b813-39c2ccdb8636" providerId="AD" clId="Web-{E193570A-DA4A-A9C3-08AF-21CB30DC2774}"/>
    <pc:docChg chg="addSld modSld modSection">
      <pc:chgData name="Megan Wilson (RIT Student)" userId="S::mdw7667@rit.edu::b693d177-7822-4910-b813-39c2ccdb8636" providerId="AD" clId="Web-{E193570A-DA4A-A9C3-08AF-21CB30DC2774}" dt="2024-02-11T18:03:55.702" v="917" actId="20577"/>
      <pc:docMkLst>
        <pc:docMk/>
      </pc:docMkLst>
      <pc:sldChg chg="addSp delSp modSp">
        <pc:chgData name="Megan Wilson (RIT Student)" userId="S::mdw7667@rit.edu::b693d177-7822-4910-b813-39c2ccdb8636" providerId="AD" clId="Web-{E193570A-DA4A-A9C3-08AF-21CB30DC2774}" dt="2024-02-11T18:03:55.702" v="917" actId="20577"/>
        <pc:sldMkLst>
          <pc:docMk/>
          <pc:sldMk cId="3346256225" sldId="263"/>
        </pc:sldMkLst>
        <pc:spChg chg="mod">
          <ac:chgData name="Megan Wilson (RIT Student)" userId="S::mdw7667@rit.edu::b693d177-7822-4910-b813-39c2ccdb8636" providerId="AD" clId="Web-{E193570A-DA4A-A9C3-08AF-21CB30DC2774}" dt="2024-02-11T18:03:55.702" v="917" actId="20577"/>
          <ac:spMkLst>
            <pc:docMk/>
            <pc:sldMk cId="3346256225" sldId="263"/>
            <ac:spMk id="5" creationId="{00000000-0000-0000-0000-000000000000}"/>
          </ac:spMkLst>
        </pc:spChg>
        <pc:spChg chg="del mod">
          <ac:chgData name="Megan Wilson (RIT Student)" userId="S::mdw7667@rit.edu::b693d177-7822-4910-b813-39c2ccdb8636" providerId="AD" clId="Web-{E193570A-DA4A-A9C3-08AF-21CB30DC2774}" dt="2024-02-11T14:18:45.813" v="180"/>
          <ac:spMkLst>
            <pc:docMk/>
            <pc:sldMk cId="3346256225" sldId="263"/>
            <ac:spMk id="8" creationId="{00000000-0000-0000-0000-000000000000}"/>
          </ac:spMkLst>
        </pc:spChg>
        <pc:picChg chg="add mod">
          <ac:chgData name="Megan Wilson (RIT Student)" userId="S::mdw7667@rit.edu::b693d177-7822-4910-b813-39c2ccdb8636" providerId="AD" clId="Web-{E193570A-DA4A-A9C3-08AF-21CB30DC2774}" dt="2024-02-11T16:22:00.484" v="876" actId="1076"/>
          <ac:picMkLst>
            <pc:docMk/>
            <pc:sldMk cId="3346256225" sldId="263"/>
            <ac:picMk id="2" creationId="{8EE0BDB5-4008-1656-85D5-DEA16AB67A57}"/>
          </ac:picMkLst>
        </pc:picChg>
      </pc:sldChg>
      <pc:sldChg chg="addSp modSp">
        <pc:chgData name="Megan Wilson (RIT Student)" userId="S::mdw7667@rit.edu::b693d177-7822-4910-b813-39c2ccdb8636" providerId="AD" clId="Web-{E193570A-DA4A-A9C3-08AF-21CB30DC2774}" dt="2024-02-11T17:27:11.549" v="913" actId="20577"/>
        <pc:sldMkLst>
          <pc:docMk/>
          <pc:sldMk cId="2575979830" sldId="264"/>
        </pc:sldMkLst>
        <pc:spChg chg="mod">
          <ac:chgData name="Megan Wilson (RIT Student)" userId="S::mdw7667@rit.edu::b693d177-7822-4910-b813-39c2ccdb8636" providerId="AD" clId="Web-{E193570A-DA4A-A9C3-08AF-21CB30DC2774}" dt="2024-02-11T17:27:11.549" v="913" actId="20577"/>
          <ac:spMkLst>
            <pc:docMk/>
            <pc:sldMk cId="2575979830" sldId="264"/>
            <ac:spMk id="6" creationId="{00000000-0000-0000-0000-000000000000}"/>
          </ac:spMkLst>
        </pc:spChg>
        <pc:picChg chg="mod">
          <ac:chgData name="Megan Wilson (RIT Student)" userId="S::mdw7667@rit.edu::b693d177-7822-4910-b813-39c2ccdb8636" providerId="AD" clId="Web-{E193570A-DA4A-A9C3-08AF-21CB30DC2774}" dt="2024-02-11T15:03:40.884" v="227" actId="14100"/>
          <ac:picMkLst>
            <pc:docMk/>
            <pc:sldMk cId="2575979830" sldId="264"/>
            <ac:picMk id="2" creationId="{E11AEA13-9FB5-8B78-0CA1-D4266211EBDB}"/>
          </ac:picMkLst>
        </pc:picChg>
        <pc:picChg chg="add mod">
          <ac:chgData name="Megan Wilson (RIT Student)" userId="S::mdw7667@rit.edu::b693d177-7822-4910-b813-39c2ccdb8636" providerId="AD" clId="Web-{E193570A-DA4A-A9C3-08AF-21CB30DC2774}" dt="2024-02-11T15:03:44.665" v="228" actId="14100"/>
          <ac:picMkLst>
            <pc:docMk/>
            <pc:sldMk cId="2575979830" sldId="264"/>
            <ac:picMk id="3" creationId="{A14B7168-2761-5D46-8EB4-E6C556A50F12}"/>
          </ac:picMkLst>
        </pc:picChg>
      </pc:sldChg>
      <pc:sldChg chg="addSp delSp modSp">
        <pc:chgData name="Megan Wilson (RIT Student)" userId="S::mdw7667@rit.edu::b693d177-7822-4910-b813-39c2ccdb8636" providerId="AD" clId="Web-{E193570A-DA4A-A9C3-08AF-21CB30DC2774}" dt="2024-02-11T17:26:59.001" v="911" actId="20577"/>
        <pc:sldMkLst>
          <pc:docMk/>
          <pc:sldMk cId="2509236408" sldId="265"/>
        </pc:sldMkLst>
        <pc:spChg chg="mod">
          <ac:chgData name="Megan Wilson (RIT Student)" userId="S::mdw7667@rit.edu::b693d177-7822-4910-b813-39c2ccdb8636" providerId="AD" clId="Web-{E193570A-DA4A-A9C3-08AF-21CB30DC2774}" dt="2024-02-11T17:26:59.001" v="911" actId="20577"/>
          <ac:spMkLst>
            <pc:docMk/>
            <pc:sldMk cId="2509236408" sldId="265"/>
            <ac:spMk id="6" creationId="{00000000-0000-0000-0000-000000000000}"/>
          </ac:spMkLst>
        </pc:spChg>
        <pc:picChg chg="add del mod">
          <ac:chgData name="Megan Wilson (RIT Student)" userId="S::mdw7667@rit.edu::b693d177-7822-4910-b813-39c2ccdb8636" providerId="AD" clId="Web-{E193570A-DA4A-A9C3-08AF-21CB30DC2774}" dt="2024-02-11T15:41:27.470" v="281"/>
          <ac:picMkLst>
            <pc:docMk/>
            <pc:sldMk cId="2509236408" sldId="265"/>
            <ac:picMk id="2" creationId="{71B01381-F4AD-3337-7351-007838119A0D}"/>
          </ac:picMkLst>
        </pc:picChg>
        <pc:picChg chg="add mod">
          <ac:chgData name="Megan Wilson (RIT Student)" userId="S::mdw7667@rit.edu::b693d177-7822-4910-b813-39c2ccdb8636" providerId="AD" clId="Web-{E193570A-DA4A-A9C3-08AF-21CB30DC2774}" dt="2024-02-11T15:42:03.472" v="290" actId="1076"/>
          <ac:picMkLst>
            <pc:docMk/>
            <pc:sldMk cId="2509236408" sldId="265"/>
            <ac:picMk id="3" creationId="{CEAA9FB5-9560-B715-9EB2-B955E92DF301}"/>
          </ac:picMkLst>
        </pc:picChg>
        <pc:picChg chg="mod">
          <ac:chgData name="Megan Wilson (RIT Student)" userId="S::mdw7667@rit.edu::b693d177-7822-4910-b813-39c2ccdb8636" providerId="AD" clId="Web-{E193570A-DA4A-A9C3-08AF-21CB30DC2774}" dt="2024-02-11T15:42:24.879" v="291" actId="1076"/>
          <ac:picMkLst>
            <pc:docMk/>
            <pc:sldMk cId="2509236408" sldId="265"/>
            <ac:picMk id="5" creationId="{75A26D7C-BF4F-632B-DEE0-1D11978F30F3}"/>
          </ac:picMkLst>
        </pc:picChg>
        <pc:picChg chg="del">
          <ac:chgData name="Megan Wilson (RIT Student)" userId="S::mdw7667@rit.edu::b693d177-7822-4910-b813-39c2ccdb8636" providerId="AD" clId="Web-{E193570A-DA4A-A9C3-08AF-21CB30DC2774}" dt="2024-02-11T14:22:20.446" v="200"/>
          <ac:picMkLst>
            <pc:docMk/>
            <pc:sldMk cId="2509236408" sldId="265"/>
            <ac:picMk id="7" creationId="{F55BEE40-81CE-1F39-1407-477D59BE2382}"/>
          </ac:picMkLst>
        </pc:picChg>
        <pc:picChg chg="del mod">
          <ac:chgData name="Megan Wilson (RIT Student)" userId="S::mdw7667@rit.edu::b693d177-7822-4910-b813-39c2ccdb8636" providerId="AD" clId="Web-{E193570A-DA4A-A9C3-08AF-21CB30DC2774}" dt="2024-02-11T15:41:06.079" v="279"/>
          <ac:picMkLst>
            <pc:docMk/>
            <pc:sldMk cId="2509236408" sldId="265"/>
            <ac:picMk id="9" creationId="{169F0FD1-6A05-BA66-91A9-2AE142F1A01E}"/>
          </ac:picMkLst>
        </pc:picChg>
      </pc:sldChg>
      <pc:sldChg chg="modSp">
        <pc:chgData name="Megan Wilson (RIT Student)" userId="S::mdw7667@rit.edu::b693d177-7822-4910-b813-39c2ccdb8636" providerId="AD" clId="Web-{E193570A-DA4A-A9C3-08AF-21CB30DC2774}" dt="2024-02-11T16:23:51.300" v="878" actId="1076"/>
        <pc:sldMkLst>
          <pc:docMk/>
          <pc:sldMk cId="289917202" sldId="267"/>
        </pc:sldMkLst>
        <pc:spChg chg="mod">
          <ac:chgData name="Megan Wilson (RIT Student)" userId="S::mdw7667@rit.edu::b693d177-7822-4910-b813-39c2ccdb8636" providerId="AD" clId="Web-{E193570A-DA4A-A9C3-08AF-21CB30DC2774}" dt="2024-02-11T15:07:13.032" v="274" actId="20577"/>
          <ac:spMkLst>
            <pc:docMk/>
            <pc:sldMk cId="289917202" sldId="267"/>
            <ac:spMk id="4" creationId="{42F3CD0E-5950-493E-872E-9FC6E49A8D4A}"/>
          </ac:spMkLst>
        </pc:spChg>
        <pc:cxnChg chg="mod">
          <ac:chgData name="Megan Wilson (RIT Student)" userId="S::mdw7667@rit.edu::b693d177-7822-4910-b813-39c2ccdb8636" providerId="AD" clId="Web-{E193570A-DA4A-A9C3-08AF-21CB30DC2774}" dt="2024-02-11T15:05:15.418" v="234" actId="1076"/>
          <ac:cxnSpMkLst>
            <pc:docMk/>
            <pc:sldMk cId="289917202" sldId="267"/>
            <ac:cxnSpMk id="9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6:23:45.597" v="877" actId="1076"/>
          <ac:cxnSpMkLst>
            <pc:docMk/>
            <pc:sldMk cId="289917202" sldId="267"/>
            <ac:cxnSpMk id="10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6:23:51.300" v="878" actId="1076"/>
          <ac:cxnSpMkLst>
            <pc:docMk/>
            <pc:sldMk cId="289917202" sldId="267"/>
            <ac:cxnSpMk id="11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5:05:53.748" v="245" actId="1076"/>
          <ac:cxnSpMkLst>
            <pc:docMk/>
            <pc:sldMk cId="289917202" sldId="267"/>
            <ac:cxnSpMk id="15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5:05:47.607" v="243" actId="1076"/>
          <ac:cxnSpMkLst>
            <pc:docMk/>
            <pc:sldMk cId="289917202" sldId="267"/>
            <ac:cxnSpMk id="19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5:05:50.717" v="244" actId="1076"/>
          <ac:cxnSpMkLst>
            <pc:docMk/>
            <pc:sldMk cId="289917202" sldId="267"/>
            <ac:cxnSpMk id="20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5:07:35.158" v="276" actId="1076"/>
          <ac:cxnSpMkLst>
            <pc:docMk/>
            <pc:sldMk cId="289917202" sldId="267"/>
            <ac:cxnSpMk id="23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5:07:39.689" v="277" actId="1076"/>
          <ac:cxnSpMkLst>
            <pc:docMk/>
            <pc:sldMk cId="289917202" sldId="267"/>
            <ac:cxnSpMk id="27" creationId="{00000000-0000-0000-0000-000000000000}"/>
          </ac:cxnSpMkLst>
        </pc:cxnChg>
        <pc:cxnChg chg="mod">
          <ac:chgData name="Megan Wilson (RIT Student)" userId="S::mdw7667@rit.edu::b693d177-7822-4910-b813-39c2ccdb8636" providerId="AD" clId="Web-{E193570A-DA4A-A9C3-08AF-21CB30DC2774}" dt="2024-02-11T15:07:42.971" v="278" actId="1076"/>
          <ac:cxnSpMkLst>
            <pc:docMk/>
            <pc:sldMk cId="289917202" sldId="267"/>
            <ac:cxnSpMk id="29" creationId="{00000000-0000-0000-0000-000000000000}"/>
          </ac:cxnSpMkLst>
        </pc:cxnChg>
      </pc:sldChg>
      <pc:sldChg chg="addSp delSp modSp new">
        <pc:chgData name="Megan Wilson (RIT Student)" userId="S::mdw7667@rit.edu::b693d177-7822-4910-b813-39c2ccdb8636" providerId="AD" clId="Web-{E193570A-DA4A-A9C3-08AF-21CB30DC2774}" dt="2024-02-11T17:13:30.659" v="910" actId="1076"/>
        <pc:sldMkLst>
          <pc:docMk/>
          <pc:sldMk cId="3520232853" sldId="285"/>
        </pc:sldMkLst>
        <pc:spChg chg="mod">
          <ac:chgData name="Megan Wilson (RIT Student)" userId="S::mdw7667@rit.edu::b693d177-7822-4910-b813-39c2ccdb8636" providerId="AD" clId="Web-{E193570A-DA4A-A9C3-08AF-21CB30DC2774}" dt="2024-02-11T17:10:44.700" v="891" actId="20577"/>
          <ac:spMkLst>
            <pc:docMk/>
            <pc:sldMk cId="3520232853" sldId="285"/>
            <ac:spMk id="2" creationId="{A43334F5-BE66-3053-8495-02635E39BB3F}"/>
          </ac:spMkLst>
        </pc:spChg>
        <pc:spChg chg="del">
          <ac:chgData name="Megan Wilson (RIT Student)" userId="S::mdw7667@rit.edu::b693d177-7822-4910-b813-39c2ccdb8636" providerId="AD" clId="Web-{E193570A-DA4A-A9C3-08AF-21CB30DC2774}" dt="2024-02-11T17:10:54.419" v="892"/>
          <ac:spMkLst>
            <pc:docMk/>
            <pc:sldMk cId="3520232853" sldId="285"/>
            <ac:spMk id="3" creationId="{81EE9D8C-D19A-BAFD-9EE9-809C4DB19E95}"/>
          </ac:spMkLst>
        </pc:spChg>
        <pc:picChg chg="add mod">
          <ac:chgData name="Megan Wilson (RIT Student)" userId="S::mdw7667@rit.edu::b693d177-7822-4910-b813-39c2ccdb8636" providerId="AD" clId="Web-{E193570A-DA4A-A9C3-08AF-21CB30DC2774}" dt="2024-02-11T17:13:03.642" v="904" actId="1076"/>
          <ac:picMkLst>
            <pc:docMk/>
            <pc:sldMk cId="3520232853" sldId="285"/>
            <ac:picMk id="5" creationId="{3A167397-2B86-BF1D-2710-8131FE14FDDE}"/>
          </ac:picMkLst>
        </pc:picChg>
        <pc:picChg chg="add mod">
          <ac:chgData name="Megan Wilson (RIT Student)" userId="S::mdw7667@rit.edu::b693d177-7822-4910-b813-39c2ccdb8636" providerId="AD" clId="Web-{E193570A-DA4A-A9C3-08AF-21CB30DC2774}" dt="2024-02-11T17:13:30.659" v="910" actId="1076"/>
          <ac:picMkLst>
            <pc:docMk/>
            <pc:sldMk cId="3520232853" sldId="285"/>
            <ac:picMk id="6" creationId="{5F2098EC-D35A-CD3E-588C-A795D2EF0795}"/>
          </ac:picMkLst>
        </pc:picChg>
        <pc:picChg chg="add mod">
          <ac:chgData name="Megan Wilson (RIT Student)" userId="S::mdw7667@rit.edu::b693d177-7822-4910-b813-39c2ccdb8636" providerId="AD" clId="Web-{E193570A-DA4A-A9C3-08AF-21CB30DC2774}" dt="2024-02-11T17:13:20.002" v="909" actId="1076"/>
          <ac:picMkLst>
            <pc:docMk/>
            <pc:sldMk cId="3520232853" sldId="285"/>
            <ac:picMk id="7" creationId="{5906FE2B-A31F-9BDC-5E20-8640D62FB45D}"/>
          </ac:picMkLst>
        </pc:picChg>
        <pc:picChg chg="add mod">
          <ac:chgData name="Megan Wilson (RIT Student)" userId="S::mdw7667@rit.edu::b693d177-7822-4910-b813-39c2ccdb8636" providerId="AD" clId="Web-{E193570A-DA4A-A9C3-08AF-21CB30DC2774}" dt="2024-02-11T17:13:16.111" v="908" actId="1076"/>
          <ac:picMkLst>
            <pc:docMk/>
            <pc:sldMk cId="3520232853" sldId="285"/>
            <ac:picMk id="8" creationId="{4D5E548E-D826-3B8F-4EE0-D13042D17DCD}"/>
          </ac:picMkLst>
        </pc:picChg>
      </pc:sldChg>
    </pc:docChg>
  </pc:docChgLst>
  <pc:docChgLst>
    <pc:chgData name="Robin Miranda (RIT Student)" userId="S::rm2688@rit.edu::8b7797be-1dc8-4e08-a442-05958c46a9ab" providerId="AD" clId="Web-{C4DB5566-7401-384C-7C23-E3A10D5CC8F1}"/>
    <pc:docChg chg="addSld modSld modSection">
      <pc:chgData name="Robin Miranda (RIT Student)" userId="S::rm2688@rit.edu::8b7797be-1dc8-4e08-a442-05958c46a9ab" providerId="AD" clId="Web-{C4DB5566-7401-384C-7C23-E3A10D5CC8F1}" dt="2024-02-11T18:51:02.927" v="239" actId="14100"/>
      <pc:docMkLst>
        <pc:docMk/>
      </pc:docMkLst>
      <pc:sldChg chg="modSp">
        <pc:chgData name="Robin Miranda (RIT Student)" userId="S::rm2688@rit.edu::8b7797be-1dc8-4e08-a442-05958c46a9ab" providerId="AD" clId="Web-{C4DB5566-7401-384C-7C23-E3A10D5CC8F1}" dt="2024-02-11T17:38:31.981" v="182" actId="20577"/>
        <pc:sldMkLst>
          <pc:docMk/>
          <pc:sldMk cId="4127097847" sldId="258"/>
        </pc:sldMkLst>
        <pc:spChg chg="mod">
          <ac:chgData name="Robin Miranda (RIT Student)" userId="S::rm2688@rit.edu::8b7797be-1dc8-4e08-a442-05958c46a9ab" providerId="AD" clId="Web-{C4DB5566-7401-384C-7C23-E3A10D5CC8F1}" dt="2024-02-11T17:38:31.981" v="182" actId="20577"/>
          <ac:spMkLst>
            <pc:docMk/>
            <pc:sldMk cId="4127097847" sldId="258"/>
            <ac:spMk id="6" creationId="{00000000-0000-0000-0000-000000000000}"/>
          </ac:spMkLst>
        </pc:spChg>
      </pc:sldChg>
      <pc:sldChg chg="modSp">
        <pc:chgData name="Robin Miranda (RIT Student)" userId="S::rm2688@rit.edu::8b7797be-1dc8-4e08-a442-05958c46a9ab" providerId="AD" clId="Web-{C4DB5566-7401-384C-7C23-E3A10D5CC8F1}" dt="2024-02-11T17:29:20.716" v="111" actId="20577"/>
        <pc:sldMkLst>
          <pc:docMk/>
          <pc:sldMk cId="3745721847" sldId="259"/>
        </pc:sldMkLst>
        <pc:spChg chg="mod">
          <ac:chgData name="Robin Miranda (RIT Student)" userId="S::rm2688@rit.edu::8b7797be-1dc8-4e08-a442-05958c46a9ab" providerId="AD" clId="Web-{C4DB5566-7401-384C-7C23-E3A10D5CC8F1}" dt="2024-02-11T17:29:20.716" v="111" actId="20577"/>
          <ac:spMkLst>
            <pc:docMk/>
            <pc:sldMk cId="3745721847" sldId="259"/>
            <ac:spMk id="5" creationId="{00000000-0000-0000-0000-000000000000}"/>
          </ac:spMkLst>
        </pc:spChg>
      </pc:sldChg>
      <pc:sldChg chg="addSp modSp">
        <pc:chgData name="Robin Miranda (RIT Student)" userId="S::rm2688@rit.edu::8b7797be-1dc8-4e08-a442-05958c46a9ab" providerId="AD" clId="Web-{C4DB5566-7401-384C-7C23-E3A10D5CC8F1}" dt="2024-02-11T17:27:36.338" v="99" actId="1076"/>
        <pc:sldMkLst>
          <pc:docMk/>
          <pc:sldMk cId="3346256225" sldId="263"/>
        </pc:sldMkLst>
        <pc:spChg chg="add mod">
          <ac:chgData name="Robin Miranda (RIT Student)" userId="S::rm2688@rit.edu::8b7797be-1dc8-4e08-a442-05958c46a9ab" providerId="AD" clId="Web-{C4DB5566-7401-384C-7C23-E3A10D5CC8F1}" dt="2024-02-11T17:27:36.338" v="99" actId="1076"/>
          <ac:spMkLst>
            <pc:docMk/>
            <pc:sldMk cId="3346256225" sldId="263"/>
            <ac:spMk id="3" creationId="{F7016AB5-B2F6-8FF6-BA0C-B2FE976F9C82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21:30.094" v="66" actId="20577"/>
          <ac:spMkLst>
            <pc:docMk/>
            <pc:sldMk cId="3346256225" sldId="263"/>
            <ac:spMk id="5" creationId="{00000000-0000-0000-0000-000000000000}"/>
          </ac:spMkLst>
        </pc:spChg>
        <pc:picChg chg="mod">
          <ac:chgData name="Robin Miranda (RIT Student)" userId="S::rm2688@rit.edu::8b7797be-1dc8-4e08-a442-05958c46a9ab" providerId="AD" clId="Web-{C4DB5566-7401-384C-7C23-E3A10D5CC8F1}" dt="2024-02-11T17:27:31.682" v="98" actId="1076"/>
          <ac:picMkLst>
            <pc:docMk/>
            <pc:sldMk cId="3346256225" sldId="263"/>
            <ac:picMk id="2" creationId="{8EE0BDB5-4008-1656-85D5-DEA16AB67A57}"/>
          </ac:picMkLst>
        </pc:picChg>
      </pc:sldChg>
      <pc:sldChg chg="modSp">
        <pc:chgData name="Robin Miranda (RIT Student)" userId="S::rm2688@rit.edu::8b7797be-1dc8-4e08-a442-05958c46a9ab" providerId="AD" clId="Web-{C4DB5566-7401-384C-7C23-E3A10D5CC8F1}" dt="2024-02-11T17:40:47.453" v="208" actId="1076"/>
        <pc:sldMkLst>
          <pc:docMk/>
          <pc:sldMk cId="1671229558" sldId="266"/>
        </pc:sldMkLst>
        <pc:spChg chg="mod">
          <ac:chgData name="Robin Miranda (RIT Student)" userId="S::rm2688@rit.edu::8b7797be-1dc8-4e08-a442-05958c46a9ab" providerId="AD" clId="Web-{C4DB5566-7401-384C-7C23-E3A10D5CC8F1}" dt="2024-02-11T17:40:47.453" v="208" actId="1076"/>
          <ac:spMkLst>
            <pc:docMk/>
            <pc:sldMk cId="1671229558" sldId="266"/>
            <ac:spMk id="7" creationId="{00000000-0000-0000-0000-000000000000}"/>
          </ac:spMkLst>
        </pc:spChg>
      </pc:sldChg>
      <pc:sldChg chg="modSp">
        <pc:chgData name="Robin Miranda (RIT Student)" userId="S::rm2688@rit.edu::8b7797be-1dc8-4e08-a442-05958c46a9ab" providerId="AD" clId="Web-{C4DB5566-7401-384C-7C23-E3A10D5CC8F1}" dt="2024-02-11T18:27:56.009" v="231" actId="20577"/>
        <pc:sldMkLst>
          <pc:docMk/>
          <pc:sldMk cId="289917202" sldId="267"/>
        </pc:sldMkLst>
        <pc:spChg chg="mod">
          <ac:chgData name="Robin Miranda (RIT Student)" userId="S::rm2688@rit.edu::8b7797be-1dc8-4e08-a442-05958c46a9ab" providerId="AD" clId="Web-{C4DB5566-7401-384C-7C23-E3A10D5CC8F1}" dt="2024-02-11T17:43:35.317" v="229" actId="20577"/>
          <ac:spMkLst>
            <pc:docMk/>
            <pc:sldMk cId="289917202" sldId="267"/>
            <ac:spMk id="4" creationId="{42F3CD0E-5950-493E-872E-9FC6E49A8D4A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8:27:56.009" v="231" actId="20577"/>
          <ac:spMkLst>
            <pc:docMk/>
            <pc:sldMk cId="289917202" sldId="267"/>
            <ac:spMk id="22" creationId="{84489AB7-3E51-6F44-A28A-AE3A33094CFF}"/>
          </ac:spMkLst>
        </pc:spChg>
        <pc:picChg chg="mod">
          <ac:chgData name="Robin Miranda (RIT Student)" userId="S::rm2688@rit.edu::8b7797be-1dc8-4e08-a442-05958c46a9ab" providerId="AD" clId="Web-{C4DB5566-7401-384C-7C23-E3A10D5CC8F1}" dt="2024-02-11T17:43:23.926" v="225" actId="1076"/>
          <ac:picMkLst>
            <pc:docMk/>
            <pc:sldMk cId="289917202" sldId="267"/>
            <ac:picMk id="2" creationId="{982BC813-8B11-9115-4018-4E9C17DBA8AB}"/>
          </ac:picMkLst>
        </pc:picChg>
      </pc:sldChg>
      <pc:sldChg chg="modSp">
        <pc:chgData name="Robin Miranda (RIT Student)" userId="S::rm2688@rit.edu::8b7797be-1dc8-4e08-a442-05958c46a9ab" providerId="AD" clId="Web-{C4DB5566-7401-384C-7C23-E3A10D5CC8F1}" dt="2024-02-11T17:25:45.398" v="86" actId="20577"/>
        <pc:sldMkLst>
          <pc:docMk/>
          <pc:sldMk cId="2893739931" sldId="272"/>
        </pc:sldMkLst>
        <pc:spChg chg="mod">
          <ac:chgData name="Robin Miranda (RIT Student)" userId="S::rm2688@rit.edu::8b7797be-1dc8-4e08-a442-05958c46a9ab" providerId="AD" clId="Web-{C4DB5566-7401-384C-7C23-E3A10D5CC8F1}" dt="2024-02-11T17:25:45.398" v="86" actId="20577"/>
          <ac:spMkLst>
            <pc:docMk/>
            <pc:sldMk cId="2893739931" sldId="272"/>
            <ac:spMk id="2" creationId="{76703EC6-06DF-25CE-E396-4CA260798037}"/>
          </ac:spMkLst>
        </pc:spChg>
      </pc:sldChg>
      <pc:sldChg chg="modSp">
        <pc:chgData name="Robin Miranda (RIT Student)" userId="S::rm2688@rit.edu::8b7797be-1dc8-4e08-a442-05958c46a9ab" providerId="AD" clId="Web-{C4DB5566-7401-384C-7C23-E3A10D5CC8F1}" dt="2024-02-11T17:42:22.237" v="220" actId="1076"/>
        <pc:sldMkLst>
          <pc:docMk/>
          <pc:sldMk cId="196807128" sldId="273"/>
        </pc:sldMkLst>
        <pc:spChg chg="mod">
          <ac:chgData name="Robin Miranda (RIT Student)" userId="S::rm2688@rit.edu::8b7797be-1dc8-4e08-a442-05958c46a9ab" providerId="AD" clId="Web-{C4DB5566-7401-384C-7C23-E3A10D5CC8F1}" dt="2024-02-11T17:42:22.237" v="220" actId="1076"/>
          <ac:spMkLst>
            <pc:docMk/>
            <pc:sldMk cId="196807128" sldId="273"/>
            <ac:spMk id="2" creationId="{50D34942-B3D5-2ADD-4B50-7EEDFCEFB683}"/>
          </ac:spMkLst>
        </pc:spChg>
      </pc:sldChg>
      <pc:sldChg chg="modSp">
        <pc:chgData name="Robin Miranda (RIT Student)" userId="S::rm2688@rit.edu::8b7797be-1dc8-4e08-a442-05958c46a9ab" providerId="AD" clId="Web-{C4DB5566-7401-384C-7C23-E3A10D5CC8F1}" dt="2024-02-11T17:39:51.577" v="200" actId="20577"/>
        <pc:sldMkLst>
          <pc:docMk/>
          <pc:sldMk cId="417202256" sldId="274"/>
        </pc:sldMkLst>
        <pc:spChg chg="mod">
          <ac:chgData name="Robin Miranda (RIT Student)" userId="S::rm2688@rit.edu::8b7797be-1dc8-4e08-a442-05958c46a9ab" providerId="AD" clId="Web-{C4DB5566-7401-384C-7C23-E3A10D5CC8F1}" dt="2024-02-11T17:39:51.577" v="200" actId="20577"/>
          <ac:spMkLst>
            <pc:docMk/>
            <pc:sldMk cId="417202256" sldId="274"/>
            <ac:spMk id="3" creationId="{A2DA4437-78D1-5C87-5921-E8DD035ECC0F}"/>
          </ac:spMkLst>
        </pc:spChg>
        <pc:picChg chg="mod">
          <ac:chgData name="Robin Miranda (RIT Student)" userId="S::rm2688@rit.edu::8b7797be-1dc8-4e08-a442-05958c46a9ab" providerId="AD" clId="Web-{C4DB5566-7401-384C-7C23-E3A10D5CC8F1}" dt="2024-02-11T17:39:47.092" v="198" actId="1076"/>
          <ac:picMkLst>
            <pc:docMk/>
            <pc:sldMk cId="417202256" sldId="274"/>
            <ac:picMk id="6" creationId="{7AC7AB07-BDD3-CFE8-41CC-60BECF99F2F5}"/>
          </ac:picMkLst>
        </pc:picChg>
      </pc:sldChg>
      <pc:sldChg chg="modSp">
        <pc:chgData name="Robin Miranda (RIT Student)" userId="S::rm2688@rit.edu::8b7797be-1dc8-4e08-a442-05958c46a9ab" providerId="AD" clId="Web-{C4DB5566-7401-384C-7C23-E3A10D5CC8F1}" dt="2024-02-11T17:24:54.365" v="84" actId="20577"/>
        <pc:sldMkLst>
          <pc:docMk/>
          <pc:sldMk cId="2067966955" sldId="276"/>
        </pc:sldMkLst>
        <pc:spChg chg="mod">
          <ac:chgData name="Robin Miranda (RIT Student)" userId="S::rm2688@rit.edu::8b7797be-1dc8-4e08-a442-05958c46a9ab" providerId="AD" clId="Web-{C4DB5566-7401-384C-7C23-E3A10D5CC8F1}" dt="2024-02-11T17:24:54.365" v="84" actId="20577"/>
          <ac:spMkLst>
            <pc:docMk/>
            <pc:sldMk cId="2067966955" sldId="276"/>
            <ac:spMk id="2" creationId="{7004D9B9-A58C-C811-3585-399E4F11E923}"/>
          </ac:spMkLst>
        </pc:spChg>
      </pc:sldChg>
      <pc:sldChg chg="modSp">
        <pc:chgData name="Robin Miranda (RIT Student)" userId="S::rm2688@rit.edu::8b7797be-1dc8-4e08-a442-05958c46a9ab" providerId="AD" clId="Web-{C4DB5566-7401-384C-7C23-E3A10D5CC8F1}" dt="2024-02-11T17:42:11.033" v="218" actId="1076"/>
        <pc:sldMkLst>
          <pc:docMk/>
          <pc:sldMk cId="1531013584" sldId="279"/>
        </pc:sldMkLst>
        <pc:spChg chg="mod">
          <ac:chgData name="Robin Miranda (RIT Student)" userId="S::rm2688@rit.edu::8b7797be-1dc8-4e08-a442-05958c46a9ab" providerId="AD" clId="Web-{C4DB5566-7401-384C-7C23-E3A10D5CC8F1}" dt="2024-02-11T17:42:11.033" v="218" actId="1076"/>
          <ac:spMkLst>
            <pc:docMk/>
            <pc:sldMk cId="1531013584" sldId="279"/>
            <ac:spMk id="2" creationId="{1E7BAD51-5242-8D46-E6A3-9AE299E4920F}"/>
          </ac:spMkLst>
        </pc:spChg>
      </pc:sldChg>
      <pc:sldChg chg="modSp">
        <pc:chgData name="Robin Miranda (RIT Student)" userId="S::rm2688@rit.edu::8b7797be-1dc8-4e08-a442-05958c46a9ab" providerId="AD" clId="Web-{C4DB5566-7401-384C-7C23-E3A10D5CC8F1}" dt="2024-02-11T18:15:20.722" v="230" actId="1076"/>
        <pc:sldMkLst>
          <pc:docMk/>
          <pc:sldMk cId="2743473658" sldId="280"/>
        </pc:sldMkLst>
        <pc:spChg chg="mod">
          <ac:chgData name="Robin Miranda (RIT Student)" userId="S::rm2688@rit.edu::8b7797be-1dc8-4e08-a442-05958c46a9ab" providerId="AD" clId="Web-{C4DB5566-7401-384C-7C23-E3A10D5CC8F1}" dt="2024-02-11T17:42:37.315" v="222" actId="20577"/>
          <ac:spMkLst>
            <pc:docMk/>
            <pc:sldMk cId="2743473658" sldId="280"/>
            <ac:spMk id="2" creationId="{9FFCCC63-8259-629A-439C-C0D33B2B4DB7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31:01.672" v="113" actId="14100"/>
          <ac:spMkLst>
            <pc:docMk/>
            <pc:sldMk cId="2743473658" sldId="280"/>
            <ac:spMk id="5" creationId="{6243338F-49F4-C05D-8982-350A2E741988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20:39.639" v="61" actId="14100"/>
          <ac:spMkLst>
            <pc:docMk/>
            <pc:sldMk cId="2743473658" sldId="280"/>
            <ac:spMk id="9" creationId="{E7FC819B-6700-2094-BA1B-B2E21472290A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9:46.169" v="43" actId="14100"/>
          <ac:spMkLst>
            <pc:docMk/>
            <pc:sldMk cId="2743473658" sldId="280"/>
            <ac:spMk id="11" creationId="{1703E3CD-CBD8-97CB-C582-5F4205A79E51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20:25.139" v="57" actId="1076"/>
          <ac:spMkLst>
            <pc:docMk/>
            <pc:sldMk cId="2743473658" sldId="280"/>
            <ac:spMk id="13" creationId="{AAF7A678-F3F5-34AF-6ED7-61044764D117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8:24.698" v="34" actId="1076"/>
          <ac:spMkLst>
            <pc:docMk/>
            <pc:sldMk cId="2743473658" sldId="280"/>
            <ac:spMk id="14" creationId="{D4307F0C-F9A3-9253-8597-61E453FB7B66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8:17.214" v="32" actId="1076"/>
          <ac:spMkLst>
            <pc:docMk/>
            <pc:sldMk cId="2743473658" sldId="280"/>
            <ac:spMk id="15" creationId="{A4444F3D-DFBE-F6D7-9D5A-4670B94E06A7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20:21.326" v="55" actId="14100"/>
          <ac:spMkLst>
            <pc:docMk/>
            <pc:sldMk cId="2743473658" sldId="280"/>
            <ac:spMk id="19" creationId="{08C22117-5883-F2D6-0519-6D5E3EE3E645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20:33.420" v="60" actId="20577"/>
          <ac:spMkLst>
            <pc:docMk/>
            <pc:sldMk cId="2743473658" sldId="280"/>
            <ac:spMk id="20" creationId="{32E4DC7D-6FD2-7BA1-01DC-B72398698B3A}"/>
          </ac:spMkLst>
        </pc:spChg>
        <pc:picChg chg="mod">
          <ac:chgData name="Robin Miranda (RIT Student)" userId="S::rm2688@rit.edu::8b7797be-1dc8-4e08-a442-05958c46a9ab" providerId="AD" clId="Web-{C4DB5566-7401-384C-7C23-E3A10D5CC8F1}" dt="2024-02-11T18:15:20.722" v="230" actId="1076"/>
          <ac:picMkLst>
            <pc:docMk/>
            <pc:sldMk cId="2743473658" sldId="280"/>
            <ac:picMk id="3" creationId="{440039E7-F3AE-2197-EC71-AEDAA3EE7FEB}"/>
          </ac:picMkLst>
        </pc:picChg>
        <pc:picChg chg="mod">
          <ac:chgData name="Robin Miranda (RIT Student)" userId="S::rm2688@rit.edu::8b7797be-1dc8-4e08-a442-05958c46a9ab" providerId="AD" clId="Web-{C4DB5566-7401-384C-7C23-E3A10D5CC8F1}" dt="2024-02-11T17:18:10.401" v="28" actId="1076"/>
          <ac:picMkLst>
            <pc:docMk/>
            <pc:sldMk cId="2743473658" sldId="280"/>
            <ac:picMk id="28" creationId="{2C466B84-8F21-6F9A-24C4-8956C2954361}"/>
          </ac:picMkLst>
        </pc:picChg>
        <pc:picChg chg="mod">
          <ac:chgData name="Robin Miranda (RIT Student)" userId="S::rm2688@rit.edu::8b7797be-1dc8-4e08-a442-05958c46a9ab" providerId="AD" clId="Web-{C4DB5566-7401-384C-7C23-E3A10D5CC8F1}" dt="2024-02-11T17:18:10.417" v="29" actId="1076"/>
          <ac:picMkLst>
            <pc:docMk/>
            <pc:sldMk cId="2743473658" sldId="280"/>
            <ac:picMk id="30" creationId="{D775AB44-74E2-23D0-A4F1-2129CFA8685A}"/>
          </ac:picMkLst>
        </pc:picChg>
        <pc:cxnChg chg="mod">
          <ac:chgData name="Robin Miranda (RIT Student)" userId="S::rm2688@rit.edu::8b7797be-1dc8-4e08-a442-05958c46a9ab" providerId="AD" clId="Web-{C4DB5566-7401-384C-7C23-E3A10D5CC8F1}" dt="2024-02-11T17:20:45.936" v="62" actId="14100"/>
          <ac:cxnSpMkLst>
            <pc:docMk/>
            <pc:sldMk cId="2743473658" sldId="280"/>
            <ac:cxnSpMk id="7" creationId="{6F31C960-A2BA-E946-6C92-F596F51EF1D9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20:48.608" v="63" actId="14100"/>
          <ac:cxnSpMkLst>
            <pc:docMk/>
            <pc:sldMk cId="2743473658" sldId="280"/>
            <ac:cxnSpMk id="10" creationId="{9BADB41B-3049-1518-6F26-576D9B9EF1A4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20:51.358" v="64" actId="14100"/>
          <ac:cxnSpMkLst>
            <pc:docMk/>
            <pc:sldMk cId="2743473658" sldId="280"/>
            <ac:cxnSpMk id="12" creationId="{549FEEA6-F293-FD75-49E1-B2091AA25D87}"/>
          </ac:cxnSpMkLst>
        </pc:cxnChg>
      </pc:sldChg>
      <pc:sldChg chg="modSp">
        <pc:chgData name="Robin Miranda (RIT Student)" userId="S::rm2688@rit.edu::8b7797be-1dc8-4e08-a442-05958c46a9ab" providerId="AD" clId="Web-{C4DB5566-7401-384C-7C23-E3A10D5CC8F1}" dt="2024-02-11T18:48:17.094" v="233" actId="14100"/>
        <pc:sldMkLst>
          <pc:docMk/>
          <pc:sldMk cId="1268080508" sldId="282"/>
        </pc:sldMkLst>
        <pc:spChg chg="mod">
          <ac:chgData name="Robin Miranda (RIT Student)" userId="S::rm2688@rit.edu::8b7797be-1dc8-4e08-a442-05958c46a9ab" providerId="AD" clId="Web-{C4DB5566-7401-384C-7C23-E3A10D5CC8F1}" dt="2024-02-11T18:48:17.094" v="233" actId="14100"/>
          <ac:spMkLst>
            <pc:docMk/>
            <pc:sldMk cId="1268080508" sldId="282"/>
            <ac:spMk id="2" creationId="{2B7AF803-F378-2651-D7CB-EFC6DB45D954}"/>
          </ac:spMkLst>
        </pc:spChg>
      </pc:sldChg>
      <pc:sldChg chg="addSp delSp modSp mod setBg">
        <pc:chgData name="Robin Miranda (RIT Student)" userId="S::rm2688@rit.edu::8b7797be-1dc8-4e08-a442-05958c46a9ab" providerId="AD" clId="Web-{C4DB5566-7401-384C-7C23-E3A10D5CC8F1}" dt="2024-02-11T17:42:45.175" v="223" actId="20577"/>
        <pc:sldMkLst>
          <pc:docMk/>
          <pc:sldMk cId="3777647705" sldId="283"/>
        </pc:sldMkLst>
        <pc:spChg chg="mod">
          <ac:chgData name="Robin Miranda (RIT Student)" userId="S::rm2688@rit.edu::8b7797be-1dc8-4e08-a442-05958c46a9ab" providerId="AD" clId="Web-{C4DB5566-7401-384C-7C23-E3A10D5CC8F1}" dt="2024-02-11T17:42:45.175" v="223" actId="20577"/>
          <ac:spMkLst>
            <pc:docMk/>
            <pc:sldMk cId="3777647705" sldId="283"/>
            <ac:spMk id="2" creationId="{E334C6D1-8E0E-5861-70F4-294BEBDDC4C8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" creationId="{62EF044F-0422-716A-412A-334E56C10EC1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" creationId="{F7A9B4B4-540D-292C-9D38-4F108CD6C06C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7" creationId="{344C1C44-26D5-F19B-D636-CCB3A095043E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8" creationId="{5EBB43AA-B7AE-390E-E786-C8E3BA7D6BDE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9" creationId="{FEB614E0-3F4B-15FA-A7B0-CBF6E369964F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0" creationId="{C5859E11-3208-D9F1-FF9A-24D9734B3FDC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1" creationId="{6BD9D6BD-8601-AD85-939B-4363CA0974CF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3" creationId="{0CE7BDEB-14FD-A72C-DF84-88B00BA15B82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4" creationId="{9E31C75E-F5D2-6BDB-4B7E-1BDE4CC7DE63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7" creationId="{A7FF14EF-3FF4-155F-8018-A980BAB78903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8" creationId="{A4F9360B-B117-0404-B974-592AE6775D95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19" creationId="{9B987D00-B040-A799-E621-00C3C55E693C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0" creationId="{4412AC93-F07F-459E-866F-0DAB893D0E7E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1" creationId="{EBFE6BD1-E686-9698-2AB6-0123162F6790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3" creationId="{14EF5230-AAE5-B127-485A-48A8F08253C6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5" creationId="{11B97A03-3E46-862E-D0D4-E35D1566584D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7" creationId="{F210E6DB-89BE-F540-65BD-DA05939D2D9B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8" creationId="{E46E4A18-9464-BE7C-8EF9-039B06D3FB5E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29" creationId="{069891F3-A7FC-CD60-2C81-AF6B4CCE99D0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0" creationId="{133B053E-4DBC-62AB-BE76-14ED8B946A51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1" creationId="{2FC35D3F-5191-0777-910E-16CCE6052528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2" creationId="{9433A370-E440-312D-B23E-F2C054E7A4E3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3" creationId="{3C9987AA-D05D-FEA9-D932-76FC109D468C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4" creationId="{167EDAEF-3C8F-4694-98D0-743A727B37CC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5" creationId="{29CB74AD-4ABA-DED7-E87E-A4AFCC20B869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6" creationId="{D0B531EE-306A-98EB-3FFD-656591F80B68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7" creationId="{FFB4FCF1-8B20-6313-2740-0F7799863706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8" creationId="{0730467F-59DF-6185-7B90-F7F2987F743C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39" creationId="{0CAE956B-8D15-D7B2-8126-270DA8DD747F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0" creationId="{E9752EF5-5902-9E7D-A704-B47722D4BAD4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2" creationId="{F976CC6E-DC6E-1E37-D7D0-06810A4950C3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4" creationId="{F8A8FBD2-6857-ADFE-ECF6-4D5181B76E12}"/>
          </ac:spMkLst>
        </pc:spChg>
        <pc:spChg chg="add del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7" creationId="{7301F447-EEF7-48F5-AF73-7566EE7F64AD}"/>
          </ac:spMkLst>
        </pc:spChg>
        <pc:spChg chg="add del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8" creationId="{F7117410-A2A4-4085-9ADC-46744551DBDE}"/>
          </ac:spMkLst>
        </pc:spChg>
        <pc:spChg chg="add del">
          <ac:chgData name="Robin Miranda (RIT Student)" userId="S::rm2688@rit.edu::8b7797be-1dc8-4e08-a442-05958c46a9ab" providerId="AD" clId="Web-{C4DB5566-7401-384C-7C23-E3A10D5CC8F1}" dt="2024-02-11T17:16:57.696" v="13"/>
          <ac:spMkLst>
            <pc:docMk/>
            <pc:sldMk cId="3777647705" sldId="283"/>
            <ac:spMk id="49" creationId="{99F74EB5-E547-4FB4-95F5-BCC788F3C4A0}"/>
          </ac:spMkLst>
        </pc:spChg>
        <pc:picChg chg="mod">
          <ac:chgData name="Robin Miranda (RIT Student)" userId="S::rm2688@rit.edu::8b7797be-1dc8-4e08-a442-05958c46a9ab" providerId="AD" clId="Web-{C4DB5566-7401-384C-7C23-E3A10D5CC8F1}" dt="2024-02-11T17:16:57.696" v="13"/>
          <ac:picMkLst>
            <pc:docMk/>
            <pc:sldMk cId="3777647705" sldId="283"/>
            <ac:picMk id="5" creationId="{9DC29E1A-375A-F9A6-977F-6B570E6C594A}"/>
          </ac:picMkLst>
        </pc:picChg>
        <pc:picChg chg="mod">
          <ac:chgData name="Robin Miranda (RIT Student)" userId="S::rm2688@rit.edu::8b7797be-1dc8-4e08-a442-05958c46a9ab" providerId="AD" clId="Web-{C4DB5566-7401-384C-7C23-E3A10D5CC8F1}" dt="2024-02-11T17:16:57.696" v="13"/>
          <ac:picMkLst>
            <pc:docMk/>
            <pc:sldMk cId="3777647705" sldId="283"/>
            <ac:picMk id="6" creationId="{EAD3C04A-90E6-4F18-F2CF-AABBD26BB19F}"/>
          </ac:picMkLst>
        </pc:pic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12" creationId="{2E45C41B-2D7D-1D6C-B895-8149E88F1F77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15" creationId="{CED48F93-D452-E3CE-FCDB-436D07E8BE04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22" creationId="{97B88170-80FA-B1CC-0F56-85C86946EBB3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24" creationId="{1FE0F24C-E138-E942-9C3F-2DA4AB6B55A7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26" creationId="{CECFF25C-9163-BCCB-D609-359CE45DD7EC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41" creationId="{94A57782-0FCD-8817-F832-87C33EF19447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43" creationId="{3F1565D3-3B6E-ADD4-736F-72B96A3C073C}"/>
          </ac:cxnSpMkLst>
        </pc:cxnChg>
        <pc:cxnChg chg="mod">
          <ac:chgData name="Robin Miranda (RIT Student)" userId="S::rm2688@rit.edu::8b7797be-1dc8-4e08-a442-05958c46a9ab" providerId="AD" clId="Web-{C4DB5566-7401-384C-7C23-E3A10D5CC8F1}" dt="2024-02-11T17:16:57.696" v="13"/>
          <ac:cxnSpMkLst>
            <pc:docMk/>
            <pc:sldMk cId="3777647705" sldId="283"/>
            <ac:cxnSpMk id="45" creationId="{E8CAC544-71DC-429C-2002-5BFBC64D12DB}"/>
          </ac:cxnSpMkLst>
        </pc:cxnChg>
      </pc:sldChg>
      <pc:sldChg chg="modSp">
        <pc:chgData name="Robin Miranda (RIT Student)" userId="S::rm2688@rit.edu::8b7797be-1dc8-4e08-a442-05958c46a9ab" providerId="AD" clId="Web-{C4DB5566-7401-384C-7C23-E3A10D5CC8F1}" dt="2024-02-11T17:40:30.062" v="204" actId="20577"/>
        <pc:sldMkLst>
          <pc:docMk/>
          <pc:sldMk cId="3520232853" sldId="285"/>
        </pc:sldMkLst>
        <pc:spChg chg="mod">
          <ac:chgData name="Robin Miranda (RIT Student)" userId="S::rm2688@rit.edu::8b7797be-1dc8-4e08-a442-05958c46a9ab" providerId="AD" clId="Web-{C4DB5566-7401-384C-7C23-E3A10D5CC8F1}" dt="2024-02-11T17:40:30.062" v="204" actId="20577"/>
          <ac:spMkLst>
            <pc:docMk/>
            <pc:sldMk cId="3520232853" sldId="285"/>
            <ac:spMk id="2" creationId="{A43334F5-BE66-3053-8495-02635E39BB3F}"/>
          </ac:spMkLst>
        </pc:spChg>
        <pc:picChg chg="mod">
          <ac:chgData name="Robin Miranda (RIT Student)" userId="S::rm2688@rit.edu::8b7797be-1dc8-4e08-a442-05958c46a9ab" providerId="AD" clId="Web-{C4DB5566-7401-384C-7C23-E3A10D5CC8F1}" dt="2024-02-11T17:16:58.993" v="14" actId="14100"/>
          <ac:picMkLst>
            <pc:docMk/>
            <pc:sldMk cId="3520232853" sldId="285"/>
            <ac:picMk id="5" creationId="{3A167397-2B86-BF1D-2710-8131FE14FDDE}"/>
          </ac:picMkLst>
        </pc:picChg>
        <pc:picChg chg="mod">
          <ac:chgData name="Robin Miranda (RIT Student)" userId="S::rm2688@rit.edu::8b7797be-1dc8-4e08-a442-05958c46a9ab" providerId="AD" clId="Web-{C4DB5566-7401-384C-7C23-E3A10D5CC8F1}" dt="2024-02-11T17:15:46.381" v="10" actId="14100"/>
          <ac:picMkLst>
            <pc:docMk/>
            <pc:sldMk cId="3520232853" sldId="285"/>
            <ac:picMk id="6" creationId="{5F2098EC-D35A-CD3E-588C-A795D2EF0795}"/>
          </ac:picMkLst>
        </pc:picChg>
        <pc:picChg chg="mod">
          <ac:chgData name="Robin Miranda (RIT Student)" userId="S::rm2688@rit.edu::8b7797be-1dc8-4e08-a442-05958c46a9ab" providerId="AD" clId="Web-{C4DB5566-7401-384C-7C23-E3A10D5CC8F1}" dt="2024-02-11T17:15:38.819" v="7" actId="14100"/>
          <ac:picMkLst>
            <pc:docMk/>
            <pc:sldMk cId="3520232853" sldId="285"/>
            <ac:picMk id="7" creationId="{5906FE2B-A31F-9BDC-5E20-8640D62FB45D}"/>
          </ac:picMkLst>
        </pc:picChg>
        <pc:picChg chg="mod">
          <ac:chgData name="Robin Miranda (RIT Student)" userId="S::rm2688@rit.edu::8b7797be-1dc8-4e08-a442-05958c46a9ab" providerId="AD" clId="Web-{C4DB5566-7401-384C-7C23-E3A10D5CC8F1}" dt="2024-02-11T17:15:31.069" v="5" actId="14100"/>
          <ac:picMkLst>
            <pc:docMk/>
            <pc:sldMk cId="3520232853" sldId="285"/>
            <ac:picMk id="8" creationId="{4D5E548E-D826-3B8F-4EE0-D13042D17DCD}"/>
          </ac:picMkLst>
        </pc:picChg>
      </pc:sldChg>
      <pc:sldChg chg="addSp delSp modSp new mod setBg">
        <pc:chgData name="Robin Miranda (RIT Student)" userId="S::rm2688@rit.edu::8b7797be-1dc8-4e08-a442-05958c46a9ab" providerId="AD" clId="Web-{C4DB5566-7401-384C-7C23-E3A10D5CC8F1}" dt="2024-02-11T18:51:02.927" v="239" actId="14100"/>
        <pc:sldMkLst>
          <pc:docMk/>
          <pc:sldMk cId="2269753064" sldId="286"/>
        </pc:sldMkLst>
        <pc:spChg chg="del">
          <ac:chgData name="Robin Miranda (RIT Student)" userId="S::rm2688@rit.edu::8b7797be-1dc8-4e08-a442-05958c46a9ab" providerId="AD" clId="Web-{C4DB5566-7401-384C-7C23-E3A10D5CC8F1}" dt="2024-02-11T18:50:52.349" v="238"/>
          <ac:spMkLst>
            <pc:docMk/>
            <pc:sldMk cId="2269753064" sldId="286"/>
            <ac:spMk id="2" creationId="{5ACACE05-5368-464C-B6EC-8DB97A87987A}"/>
          </ac:spMkLst>
        </pc:spChg>
        <pc:spChg chg="del">
          <ac:chgData name="Robin Miranda (RIT Student)" userId="S::rm2688@rit.edu::8b7797be-1dc8-4e08-a442-05958c46a9ab" providerId="AD" clId="Web-{C4DB5566-7401-384C-7C23-E3A10D5CC8F1}" dt="2024-02-11T18:50:27.207" v="235"/>
          <ac:spMkLst>
            <pc:docMk/>
            <pc:sldMk cId="2269753064" sldId="286"/>
            <ac:spMk id="3" creationId="{02C73DBE-9E4A-3BF6-2D3F-B918936DFFE7}"/>
          </ac:spMkLst>
        </pc:spChg>
        <pc:spChg chg="mod">
          <ac:chgData name="Robin Miranda (RIT Student)" userId="S::rm2688@rit.edu::8b7797be-1dc8-4e08-a442-05958c46a9ab" providerId="AD" clId="Web-{C4DB5566-7401-384C-7C23-E3A10D5CC8F1}" dt="2024-02-11T18:50:52.349" v="238"/>
          <ac:spMkLst>
            <pc:docMk/>
            <pc:sldMk cId="2269753064" sldId="286"/>
            <ac:spMk id="4" creationId="{A7FC047E-D60B-38B5-A0E8-FDD220CB73CE}"/>
          </ac:spMkLst>
        </pc:spChg>
        <pc:spChg chg="add">
          <ac:chgData name="Robin Miranda (RIT Student)" userId="S::rm2688@rit.edu::8b7797be-1dc8-4e08-a442-05958c46a9ab" providerId="AD" clId="Web-{C4DB5566-7401-384C-7C23-E3A10D5CC8F1}" dt="2024-02-11T18:50:52.349" v="238"/>
          <ac:spMkLst>
            <pc:docMk/>
            <pc:sldMk cId="2269753064" sldId="286"/>
            <ac:spMk id="10" creationId="{32BC26D8-82FB-445E-AA49-62A77D7C1EE0}"/>
          </ac:spMkLst>
        </pc:spChg>
        <pc:spChg chg="add">
          <ac:chgData name="Robin Miranda (RIT Student)" userId="S::rm2688@rit.edu::8b7797be-1dc8-4e08-a442-05958c46a9ab" providerId="AD" clId="Web-{C4DB5566-7401-384C-7C23-E3A10D5CC8F1}" dt="2024-02-11T18:50:52.349" v="238"/>
          <ac:spMkLst>
            <pc:docMk/>
            <pc:sldMk cId="2269753064" sldId="286"/>
            <ac:spMk id="12" creationId="{CB44330D-EA18-4254-AA95-EB49948539B8}"/>
          </ac:spMkLst>
        </pc:spChg>
        <pc:picChg chg="add mod ord">
          <ac:chgData name="Robin Miranda (RIT Student)" userId="S::rm2688@rit.edu::8b7797be-1dc8-4e08-a442-05958c46a9ab" providerId="AD" clId="Web-{C4DB5566-7401-384C-7C23-E3A10D5CC8F1}" dt="2024-02-11T18:51:02.927" v="239" actId="14100"/>
          <ac:picMkLst>
            <pc:docMk/>
            <pc:sldMk cId="2269753064" sldId="286"/>
            <ac:picMk id="5" creationId="{20FB9B49-409D-7A31-1CB1-419D060631FA}"/>
          </ac:picMkLst>
        </pc:picChg>
      </pc:sldChg>
    </pc:docChg>
  </pc:docChgLst>
  <pc:docChgLst>
    <pc:chgData name="Robin Miranda (RIT Student)" userId="S::rm2688@rit.edu::8b7797be-1dc8-4e08-a442-05958c46a9ab" providerId="AD" clId="Web-{5AEA1DA9-6410-FDFC-5C58-879411001E41}"/>
    <pc:docChg chg="addSld delSld modSld sldOrd modMainMaster delSection modSection">
      <pc:chgData name="Robin Miranda (RIT Student)" userId="S::rm2688@rit.edu::8b7797be-1dc8-4e08-a442-05958c46a9ab" providerId="AD" clId="Web-{5AEA1DA9-6410-FDFC-5C58-879411001E41}" dt="2024-02-11T16:34:39.104" v="1934"/>
      <pc:docMkLst>
        <pc:docMk/>
      </pc:docMkLst>
      <pc:sldChg chg="modSp modTransition">
        <pc:chgData name="Robin Miranda (RIT Student)" userId="S::rm2688@rit.edu::8b7797be-1dc8-4e08-a442-05958c46a9ab" providerId="AD" clId="Web-{5AEA1DA9-6410-FDFC-5C58-879411001E41}" dt="2024-02-11T16:12:02.250" v="1873" actId="1076"/>
        <pc:sldMkLst>
          <pc:docMk/>
          <pc:sldMk cId="4127097847" sldId="258"/>
        </pc:sldMkLst>
        <pc:spChg chg="mod">
          <ac:chgData name="Robin Miranda (RIT Student)" userId="S::rm2688@rit.edu::8b7797be-1dc8-4e08-a442-05958c46a9ab" providerId="AD" clId="Web-{5AEA1DA9-6410-FDFC-5C58-879411001E41}" dt="2024-02-11T16:12:02.250" v="1873" actId="1076"/>
          <ac:spMkLst>
            <pc:docMk/>
            <pc:sldMk cId="4127097847" sldId="258"/>
            <ac:spMk id="6" creationId="{00000000-0000-0000-0000-000000000000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04:00:07.487" v="34" actId="1076"/>
          <ac:picMkLst>
            <pc:docMk/>
            <pc:sldMk cId="4127097847" sldId="258"/>
            <ac:picMk id="2" creationId="{0A6FB4B8-3B65-A4A3-24F5-17A03B1E0AF1}"/>
          </ac:picMkLst>
        </pc:picChg>
      </pc:sldChg>
      <pc:sldChg chg="addSp delSp modSp modTransition">
        <pc:chgData name="Robin Miranda (RIT Student)" userId="S::rm2688@rit.edu::8b7797be-1dc8-4e08-a442-05958c46a9ab" providerId="AD" clId="Web-{5AEA1DA9-6410-FDFC-5C58-879411001E41}" dt="2024-02-11T16:12:11.391" v="1879" actId="20577"/>
        <pc:sldMkLst>
          <pc:docMk/>
          <pc:sldMk cId="3745721847" sldId="259"/>
        </pc:sldMkLst>
        <pc:spChg chg="mod">
          <ac:chgData name="Robin Miranda (RIT Student)" userId="S::rm2688@rit.edu::8b7797be-1dc8-4e08-a442-05958c46a9ab" providerId="AD" clId="Web-{5AEA1DA9-6410-FDFC-5C58-879411001E41}" dt="2024-02-11T16:12:11.391" v="1879" actId="20577"/>
          <ac:spMkLst>
            <pc:docMk/>
            <pc:sldMk cId="3745721847" sldId="259"/>
            <ac:spMk id="5" creationId="{00000000-0000-0000-0000-000000000000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04:56:46.354" v="72"/>
          <ac:spMkLst>
            <pc:docMk/>
            <pc:sldMk cId="3745721847" sldId="259"/>
            <ac:spMk id="7" creationId="{00000000-0000-0000-0000-000000000000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5:00:34.003" v="82"/>
          <ac:spMkLst>
            <pc:docMk/>
            <pc:sldMk cId="3745721847" sldId="259"/>
            <ac:spMk id="17" creationId="{687AFE0E-B37D-4531-AFE8-231C8348EAF1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5:00:34.003" v="82"/>
          <ac:spMkLst>
            <pc:docMk/>
            <pc:sldMk cId="3745721847" sldId="259"/>
            <ac:spMk id="19" creationId="{04812C46-200A-4DEB-A05E-3ED6C68C2387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5:00:34.003" v="82"/>
          <ac:spMkLst>
            <pc:docMk/>
            <pc:sldMk cId="3745721847" sldId="259"/>
            <ac:spMk id="20" creationId="{D1EA859B-E555-4109-94F3-6700E046E008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4:56:37.775" v="70"/>
          <ac:spMkLst>
            <pc:docMk/>
            <pc:sldMk cId="3745721847" sldId="259"/>
            <ac:spMk id="22" creationId="{04812C46-200A-4DEB-A05E-3ED6C68C2387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4:56:37.775" v="70"/>
          <ac:spMkLst>
            <pc:docMk/>
            <pc:sldMk cId="3745721847" sldId="259"/>
            <ac:spMk id="24" creationId="{D1EA859B-E555-4109-94F3-6700E046E008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4:56:46.354" v="72"/>
          <ac:spMkLst>
            <pc:docMk/>
            <pc:sldMk cId="3745721847" sldId="259"/>
            <ac:spMk id="26" creationId="{04812C46-200A-4DEB-A05E-3ED6C68C2387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4:56:46.354" v="72"/>
          <ac:spMkLst>
            <pc:docMk/>
            <pc:sldMk cId="3745721847" sldId="259"/>
            <ac:spMk id="27" creationId="{D1EA859B-E555-4109-94F3-6700E046E008}"/>
          </ac:spMkLst>
        </pc:spChg>
        <pc:picChg chg="add del mod ord">
          <ac:chgData name="Robin Miranda (RIT Student)" userId="S::rm2688@rit.edu::8b7797be-1dc8-4e08-a442-05958c46a9ab" providerId="AD" clId="Web-{5AEA1DA9-6410-FDFC-5C58-879411001E41}" dt="2024-02-11T04:56:53.292" v="75"/>
          <ac:picMkLst>
            <pc:docMk/>
            <pc:sldMk cId="3745721847" sldId="259"/>
            <ac:picMk id="2" creationId="{B5A04D0C-EA1C-53CB-AACD-069DB4209C08}"/>
          </ac:picMkLst>
        </pc:picChg>
        <pc:picChg chg="add del mod modCrop">
          <ac:chgData name="Robin Miranda (RIT Student)" userId="S::rm2688@rit.edu::8b7797be-1dc8-4e08-a442-05958c46a9ab" providerId="AD" clId="Web-{5AEA1DA9-6410-FDFC-5C58-879411001E41}" dt="2024-02-11T05:02:51.164" v="97"/>
          <ac:picMkLst>
            <pc:docMk/>
            <pc:sldMk cId="3745721847" sldId="259"/>
            <ac:picMk id="3" creationId="{E800CC67-2641-8F92-374B-DAE5A232B122}"/>
          </ac:picMkLst>
        </pc:picChg>
        <pc:picChg chg="add del mod ord">
          <ac:chgData name="Robin Miranda (RIT Student)" userId="S::rm2688@rit.edu::8b7797be-1dc8-4e08-a442-05958c46a9ab" providerId="AD" clId="Web-{5AEA1DA9-6410-FDFC-5C58-879411001E41}" dt="2024-02-11T05:00:40.956" v="85"/>
          <ac:picMkLst>
            <pc:docMk/>
            <pc:sldMk cId="3745721847" sldId="259"/>
            <ac:picMk id="4" creationId="{575D6215-D28D-EDA2-D8B9-2E19C1C26329}"/>
          </ac:picMkLst>
        </pc:picChg>
      </pc:sldChg>
      <pc:sldChg chg="del modTransition">
        <pc:chgData name="Robin Miranda (RIT Student)" userId="S::rm2688@rit.edu::8b7797be-1dc8-4e08-a442-05958c46a9ab" providerId="AD" clId="Web-{5AEA1DA9-6410-FDFC-5C58-879411001E41}" dt="2024-02-11T15:46:57.874" v="1488"/>
        <pc:sldMkLst>
          <pc:docMk/>
          <pc:sldMk cId="803190141" sldId="261"/>
        </pc:sldMkLst>
      </pc:sldChg>
      <pc:sldChg chg="addSp delSp modSp mod modTransition setClrOvrMap">
        <pc:chgData name="Robin Miranda (RIT Student)" userId="S::rm2688@rit.edu::8b7797be-1dc8-4e08-a442-05958c46a9ab" providerId="AD" clId="Web-{5AEA1DA9-6410-FDFC-5C58-879411001E41}" dt="2024-02-11T16:05:54.192" v="1743" actId="20577"/>
        <pc:sldMkLst>
          <pc:docMk/>
          <pc:sldMk cId="2015462380" sldId="262"/>
        </pc:sldMkLst>
        <pc:spChg chg="add mod">
          <ac:chgData name="Robin Miranda (RIT Student)" userId="S::rm2688@rit.edu::8b7797be-1dc8-4e08-a442-05958c46a9ab" providerId="AD" clId="Web-{5AEA1DA9-6410-FDFC-5C58-879411001E41}" dt="2024-02-11T16:05:54.192" v="1743" actId="20577"/>
          <ac:spMkLst>
            <pc:docMk/>
            <pc:sldMk cId="2015462380" sldId="262"/>
            <ac:spMk id="4" creationId="{918685E0-8FC1-A5C2-4BEF-3B93BDFB0795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05:20.439" v="1720" actId="20577"/>
          <ac:spMkLst>
            <pc:docMk/>
            <pc:sldMk cId="2015462380" sldId="262"/>
            <ac:spMk id="5" creationId="{00000000-0000-0000-0000-000000000000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04:18.953" v="1699"/>
          <ac:spMkLst>
            <pc:docMk/>
            <pc:sldMk cId="2015462380" sldId="262"/>
            <ac:spMk id="7" creationId="{00000000-0000-0000-0000-000000000000}"/>
          </ac:spMkLst>
        </pc:spChg>
        <pc:spChg chg="del">
          <ac:chgData name="Robin Miranda (RIT Student)" userId="S::rm2688@rit.edu::8b7797be-1dc8-4e08-a442-05958c46a9ab" providerId="AD" clId="Web-{5AEA1DA9-6410-FDFC-5C58-879411001E41}" dt="2024-02-11T16:04:18.953" v="1699"/>
          <ac:spMkLst>
            <pc:docMk/>
            <pc:sldMk cId="2015462380" sldId="262"/>
            <ac:spMk id="16" creationId="{9228552E-C8B1-4A80-8448-0787CE0FC704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4:18.953" v="1699"/>
          <ac:spMkLst>
            <pc:docMk/>
            <pc:sldMk cId="2015462380" sldId="262"/>
            <ac:spMk id="21" creationId="{8FC9BE17-9A7B-462D-AE50-3D8777387304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4:18.953" v="1699"/>
          <ac:spMkLst>
            <pc:docMk/>
            <pc:sldMk cId="2015462380" sldId="262"/>
            <ac:spMk id="23" creationId="{3EBE8569-6AEC-4B8C-8D53-2DE337CDBA65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4:18.953" v="1699"/>
          <ac:spMkLst>
            <pc:docMk/>
            <pc:sldMk cId="2015462380" sldId="262"/>
            <ac:spMk id="25" creationId="{55D4142C-5077-457F-A6AD-3FECFDB39685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4:18.953" v="1699"/>
          <ac:spMkLst>
            <pc:docMk/>
            <pc:sldMk cId="2015462380" sldId="262"/>
            <ac:spMk id="27" creationId="{7A5F0580-5EE9-419F-96EE-B6529EF6E7D0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16:04:18.953" v="1699"/>
          <ac:picMkLst>
            <pc:docMk/>
            <pc:sldMk cId="2015462380" sldId="262"/>
            <ac:picMk id="2" creationId="{BECB5FDC-9DBF-1A28-CD79-47550F147A84}"/>
          </ac:picMkLst>
        </pc:picChg>
      </pc:sldChg>
      <pc:sldChg chg="modSp modTransition">
        <pc:chgData name="Robin Miranda (RIT Student)" userId="S::rm2688@rit.edu::8b7797be-1dc8-4e08-a442-05958c46a9ab" providerId="AD" clId="Web-{5AEA1DA9-6410-FDFC-5C58-879411001E41}" dt="2024-02-11T16:24:11.741" v="1933" actId="20577"/>
        <pc:sldMkLst>
          <pc:docMk/>
          <pc:sldMk cId="3346256225" sldId="263"/>
        </pc:sldMkLst>
        <pc:spChg chg="mod">
          <ac:chgData name="Robin Miranda (RIT Student)" userId="S::rm2688@rit.edu::8b7797be-1dc8-4e08-a442-05958c46a9ab" providerId="AD" clId="Web-{5AEA1DA9-6410-FDFC-5C58-879411001E41}" dt="2024-02-11T16:24:11.741" v="1933" actId="20577"/>
          <ac:spMkLst>
            <pc:docMk/>
            <pc:sldMk cId="3346256225" sldId="263"/>
            <ac:spMk id="5" creationId="{00000000-0000-0000-0000-000000000000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16:23:14.927" v="1928" actId="1076"/>
          <ac:picMkLst>
            <pc:docMk/>
            <pc:sldMk cId="3346256225" sldId="263"/>
            <ac:picMk id="2" creationId="{8EE0BDB5-4008-1656-85D5-DEA16AB67A57}"/>
          </ac:picMkLst>
        </pc:picChg>
      </pc:sldChg>
      <pc:sldChg chg="modSp modTransition">
        <pc:chgData name="Robin Miranda (RIT Student)" userId="S::rm2688@rit.edu::8b7797be-1dc8-4e08-a442-05958c46a9ab" providerId="AD" clId="Web-{5AEA1DA9-6410-FDFC-5C58-879411001E41}" dt="2024-02-11T16:06:32.818" v="1758" actId="1076"/>
        <pc:sldMkLst>
          <pc:docMk/>
          <pc:sldMk cId="2575979830" sldId="264"/>
        </pc:sldMkLst>
        <pc:spChg chg="mod">
          <ac:chgData name="Robin Miranda (RIT Student)" userId="S::rm2688@rit.edu::8b7797be-1dc8-4e08-a442-05958c46a9ab" providerId="AD" clId="Web-{5AEA1DA9-6410-FDFC-5C58-879411001E41}" dt="2024-02-11T16:06:20.958" v="1755" actId="20577"/>
          <ac:spMkLst>
            <pc:docMk/>
            <pc:sldMk cId="2575979830" sldId="264"/>
            <ac:spMk id="6" creationId="{00000000-0000-0000-0000-000000000000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16:06:32.818" v="1758" actId="1076"/>
          <ac:picMkLst>
            <pc:docMk/>
            <pc:sldMk cId="2575979830" sldId="264"/>
            <ac:picMk id="2" creationId="{E11AEA13-9FB5-8B78-0CA1-D4266211EBDB}"/>
          </ac:picMkLst>
        </pc:picChg>
        <pc:picChg chg="mod">
          <ac:chgData name="Robin Miranda (RIT Student)" userId="S::rm2688@rit.edu::8b7797be-1dc8-4e08-a442-05958c46a9ab" providerId="AD" clId="Web-{5AEA1DA9-6410-FDFC-5C58-879411001E41}" dt="2024-02-11T16:06:26.756" v="1756" actId="1076"/>
          <ac:picMkLst>
            <pc:docMk/>
            <pc:sldMk cId="2575979830" sldId="264"/>
            <ac:picMk id="3" creationId="{A14B7168-2761-5D46-8EB4-E6C556A50F12}"/>
          </ac:picMkLst>
        </pc:picChg>
      </pc:sldChg>
      <pc:sldChg chg="modSp modTransition">
        <pc:chgData name="Robin Miranda (RIT Student)" userId="S::rm2688@rit.edu::8b7797be-1dc8-4e08-a442-05958c46a9ab" providerId="AD" clId="Web-{5AEA1DA9-6410-FDFC-5C58-879411001E41}" dt="2024-02-11T16:06:51.522" v="1760" actId="1076"/>
        <pc:sldMkLst>
          <pc:docMk/>
          <pc:sldMk cId="2509236408" sldId="265"/>
        </pc:sldMkLst>
        <pc:spChg chg="mod">
          <ac:chgData name="Robin Miranda (RIT Student)" userId="S::rm2688@rit.edu::8b7797be-1dc8-4e08-a442-05958c46a9ab" providerId="AD" clId="Web-{5AEA1DA9-6410-FDFC-5C58-879411001E41}" dt="2024-02-11T16:06:48.459" v="1759" actId="1076"/>
          <ac:spMkLst>
            <pc:docMk/>
            <pc:sldMk cId="2509236408" sldId="265"/>
            <ac:spMk id="6" creationId="{00000000-0000-0000-0000-000000000000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16:06:51.522" v="1760" actId="1076"/>
          <ac:picMkLst>
            <pc:docMk/>
            <pc:sldMk cId="2509236408" sldId="265"/>
            <ac:picMk id="3" creationId="{CEAA9FB5-9560-B715-9EB2-B955E92DF301}"/>
          </ac:picMkLst>
        </pc:picChg>
      </pc:sldChg>
      <pc:sldChg chg="addSp delSp modSp modTransition">
        <pc:chgData name="Robin Miranda (RIT Student)" userId="S::rm2688@rit.edu::8b7797be-1dc8-4e08-a442-05958c46a9ab" providerId="AD" clId="Web-{5AEA1DA9-6410-FDFC-5C58-879411001E41}" dt="2024-02-11T07:46:41.279" v="1428" actId="14100"/>
        <pc:sldMkLst>
          <pc:docMk/>
          <pc:sldMk cId="1671229558" sldId="266"/>
        </pc:sldMkLst>
        <pc:spChg chg="add mod">
          <ac:chgData name="Robin Miranda (RIT Student)" userId="S::rm2688@rit.edu::8b7797be-1dc8-4e08-a442-05958c46a9ab" providerId="AD" clId="Web-{5AEA1DA9-6410-FDFC-5C58-879411001E41}" dt="2024-02-11T07:46:26.982" v="1426" actId="14100"/>
          <ac:spMkLst>
            <pc:docMk/>
            <pc:sldMk cId="1671229558" sldId="266"/>
            <ac:spMk id="2" creationId="{DD70C593-E99A-8A7A-D7C5-E8D5DC11869A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07:33:42.227" v="1373" actId="1076"/>
          <ac:spMkLst>
            <pc:docMk/>
            <pc:sldMk cId="1671229558" sldId="266"/>
            <ac:spMk id="7" creationId="{00000000-0000-0000-0000-000000000000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20:17.780" v="433" actId="1076"/>
          <ac:spMkLst>
            <pc:docMk/>
            <pc:sldMk cId="1671229558" sldId="266"/>
            <ac:spMk id="15" creationId="{CF05B852-D1E4-54D6-E9A8-EFC453B6F8D6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04:10.040" v="225" actId="20577"/>
          <ac:spMkLst>
            <pc:docMk/>
            <pc:sldMk cId="1671229558" sldId="266"/>
            <ac:spMk id="17" creationId="{A7957B19-6FB8-8332-6586-87A78676C24B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20:48.115" v="440" actId="1076"/>
          <ac:spMkLst>
            <pc:docMk/>
            <pc:sldMk cId="1671229558" sldId="266"/>
            <ac:spMk id="19" creationId="{3144DC3F-7A74-4C12-0A0B-7DBF925B5A60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09:29.161" v="280" actId="1076"/>
          <ac:spMkLst>
            <pc:docMk/>
            <pc:sldMk cId="1671229558" sldId="266"/>
            <ac:spMk id="25" creationId="{81CFDE95-50AF-91A5-8692-91988F45D97B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45:47.262" v="1404" actId="1076"/>
          <ac:spMkLst>
            <pc:docMk/>
            <pc:sldMk cId="1671229558" sldId="266"/>
            <ac:spMk id="27" creationId="{1177C63D-C4E2-22CA-864D-C2015E3CD5D9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20:38.256" v="436" actId="1076"/>
          <ac:spMkLst>
            <pc:docMk/>
            <pc:sldMk cId="1671229558" sldId="266"/>
            <ac:spMk id="29" creationId="{603DE2CF-422F-F0FA-F5DC-4D8FCAE08808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19:59.764" v="429" actId="1076"/>
          <ac:spMkLst>
            <pc:docMk/>
            <pc:sldMk cId="1671229558" sldId="266"/>
            <ac:spMk id="33" creationId="{E391AD76-EEB2-4C91-1405-ED395EC171A2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20:58.116" v="442" actId="1076"/>
          <ac:spMkLst>
            <pc:docMk/>
            <pc:sldMk cId="1671229558" sldId="266"/>
            <ac:spMk id="34" creationId="{05D6C98A-216B-3BD9-59D1-2B23ED454A37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21:14.898" v="447" actId="1076"/>
          <ac:spMkLst>
            <pc:docMk/>
            <pc:sldMk cId="1671229558" sldId="266"/>
            <ac:spMk id="40" creationId="{47358B74-6871-D320-6711-96D67E525770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45:47.278" v="1406" actId="1076"/>
          <ac:spMkLst>
            <pc:docMk/>
            <pc:sldMk cId="1671229558" sldId="266"/>
            <ac:spMk id="41" creationId="{2AFF2656-5BCB-D268-2E80-F65F4F113C6B}"/>
          </ac:spMkLst>
        </pc:spChg>
        <pc:picChg chg="add del mod">
          <ac:chgData name="Robin Miranda (RIT Student)" userId="S::rm2688@rit.edu::8b7797be-1dc8-4e08-a442-05958c46a9ab" providerId="AD" clId="Web-{5AEA1DA9-6410-FDFC-5C58-879411001E41}" dt="2024-02-11T05:26:30.447" v="106"/>
          <ac:picMkLst>
            <pc:docMk/>
            <pc:sldMk cId="1671229558" sldId="266"/>
            <ac:picMk id="2" creationId="{75525EAE-C2FA-55B5-9042-00A57C009418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7:31:39.896" v="1351" actId="1076"/>
          <ac:picMkLst>
            <pc:docMk/>
            <pc:sldMk cId="1671229558" sldId="266"/>
            <ac:picMk id="3" creationId="{B7403333-B094-A186-E37C-C3AE0E12A27C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6:19:53.420" v="427" actId="1076"/>
          <ac:picMkLst>
            <pc:docMk/>
            <pc:sldMk cId="1671229558" sldId="266"/>
            <ac:picMk id="4" creationId="{26738EBA-547C-8C4E-51B0-31BDF35F242A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7:46:08.529" v="1414" actId="1076"/>
          <ac:picMkLst>
            <pc:docMk/>
            <pc:sldMk cId="1671229558" sldId="266"/>
            <ac:picMk id="5" creationId="{49EDDBE5-8062-326D-0894-96232742C33C}"/>
          </ac:picMkLst>
        </pc:picChg>
        <pc:picChg chg="add del mod">
          <ac:chgData name="Robin Miranda (RIT Student)" userId="S::rm2688@rit.edu::8b7797be-1dc8-4e08-a442-05958c46a9ab" providerId="AD" clId="Web-{5AEA1DA9-6410-FDFC-5C58-879411001E41}" dt="2024-02-11T05:33:16.226" v="111"/>
          <ac:picMkLst>
            <pc:docMk/>
            <pc:sldMk cId="1671229558" sldId="266"/>
            <ac:picMk id="6" creationId="{8898E59F-AAAC-98D1-41F0-5D139BD02290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6:19:46.107" v="425" actId="1076"/>
          <ac:picMkLst>
            <pc:docMk/>
            <pc:sldMk cId="1671229558" sldId="266"/>
            <ac:picMk id="9" creationId="{719FDC4C-DB82-E1A0-2E95-3FBACC5EC68C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6:05:50.575" v="250" actId="1076"/>
          <ac:picMkLst>
            <pc:docMk/>
            <pc:sldMk cId="1671229558" sldId="266"/>
            <ac:picMk id="10" creationId="{76888BD3-D4EC-C8BD-A147-F482D5B134B7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6:07:49.626" v="257" actId="1076"/>
          <ac:picMkLst>
            <pc:docMk/>
            <pc:sldMk cId="1671229558" sldId="266"/>
            <ac:picMk id="11" creationId="{C4487BE7-0FE0-45B6-89C3-8C635D1FA301}"/>
          </ac:picMkLst>
        </pc:picChg>
        <pc:cxnChg chg="add mod">
          <ac:chgData name="Robin Miranda (RIT Student)" userId="S::rm2688@rit.edu::8b7797be-1dc8-4e08-a442-05958c46a9ab" providerId="AD" clId="Web-{5AEA1DA9-6410-FDFC-5C58-879411001E41}" dt="2024-02-11T07:46:41.279" v="1428" actId="14100"/>
          <ac:cxnSpMkLst>
            <pc:docMk/>
            <pc:sldMk cId="1671229558" sldId="266"/>
            <ac:cxnSpMk id="6" creationId="{03902B3E-F1BB-59CE-1CD8-43F8467193B3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20:29.724" v="435" actId="14100"/>
          <ac:cxnSpMkLst>
            <pc:docMk/>
            <pc:sldMk cId="1671229558" sldId="266"/>
            <ac:cxnSpMk id="13" creationId="{97DEE795-7E49-5910-924C-1E361F870411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04:42.588" v="230" actId="1076"/>
          <ac:cxnSpMkLst>
            <pc:docMk/>
            <pc:sldMk cId="1671229558" sldId="266"/>
            <ac:cxnSpMk id="16" creationId="{B71E839C-DE1D-BC06-2EF2-88BE282077A4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20:50.772" v="441" actId="14100"/>
          <ac:cxnSpMkLst>
            <pc:docMk/>
            <pc:sldMk cId="1671229558" sldId="266"/>
            <ac:cxnSpMk id="18" creationId="{EDDE54C6-E8BC-42CB-E9F5-16E320071FF1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07:38.017" v="254" actId="14100"/>
          <ac:cxnSpMkLst>
            <pc:docMk/>
            <pc:sldMk cId="1671229558" sldId="266"/>
            <ac:cxnSpMk id="20" creationId="{422AED60-8E5C-F306-13A1-BBD8B212F87E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6:07:53.330" v="258"/>
          <ac:cxnSpMkLst>
            <pc:docMk/>
            <pc:sldMk cId="1671229558" sldId="266"/>
            <ac:cxnSpMk id="21" creationId="{F868B382-A341-82C4-9E04-0D02D7B4B72C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6:07:58.596" v="260"/>
          <ac:cxnSpMkLst>
            <pc:docMk/>
            <pc:sldMk cId="1671229558" sldId="266"/>
            <ac:cxnSpMk id="22" creationId="{9418B3B1-34AC-48C7-E10F-E9561070A3E4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6:08:05.080" v="262"/>
          <ac:cxnSpMkLst>
            <pc:docMk/>
            <pc:sldMk cId="1671229558" sldId="266"/>
            <ac:cxnSpMk id="23" creationId="{E09E1A98-B935-029F-C9CF-A85F3E19FA08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20:45.803" v="439" actId="14100"/>
          <ac:cxnSpMkLst>
            <pc:docMk/>
            <pc:sldMk cId="1671229558" sldId="266"/>
            <ac:cxnSpMk id="30" creationId="{A519F4EB-C02C-BC33-CE28-6C6E60514C29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20:38.256" v="437" actId="1076"/>
          <ac:cxnSpMkLst>
            <pc:docMk/>
            <pc:sldMk cId="1671229558" sldId="266"/>
            <ac:cxnSpMk id="31" creationId="{22B01BF3-3A13-AAA5-2026-77CFE78B0343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6:11:47.638" v="310"/>
          <ac:cxnSpMkLst>
            <pc:docMk/>
            <pc:sldMk cId="1671229558" sldId="266"/>
            <ac:cxnSpMk id="32" creationId="{BBD14DF6-12B1-C527-17E5-C81EDB8FF8EB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19:56.670" v="428" actId="1076"/>
          <ac:cxnSpMkLst>
            <pc:docMk/>
            <pc:sldMk cId="1671229558" sldId="266"/>
            <ac:cxnSpMk id="35" creationId="{77AB29F8-C057-4285-E8EB-CA3A38771291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20:58.116" v="443" actId="1076"/>
          <ac:cxnSpMkLst>
            <pc:docMk/>
            <pc:sldMk cId="1671229558" sldId="266"/>
            <ac:cxnSpMk id="36" creationId="{EE4E16D2-6B31-032F-7F11-CD3BBEC8E7A9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7:45:47.262" v="1405" actId="1076"/>
          <ac:cxnSpMkLst>
            <pc:docMk/>
            <pc:sldMk cId="1671229558" sldId="266"/>
            <ac:cxnSpMk id="37" creationId="{6A9E1960-121C-05ED-2EAB-A385C2C6E3FA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21:11.507" v="446" actId="14100"/>
          <ac:cxnSpMkLst>
            <pc:docMk/>
            <pc:sldMk cId="1671229558" sldId="266"/>
            <ac:cxnSpMk id="38" creationId="{A24FD09B-84F6-23F1-D84A-E7D758ECD697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6:15:19.176" v="375"/>
          <ac:cxnSpMkLst>
            <pc:docMk/>
            <pc:sldMk cId="1671229558" sldId="266"/>
            <ac:cxnSpMk id="39" creationId="{87343998-9CB3-807A-92AD-28C7B07F1F96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7:45:47.278" v="1407" actId="1076"/>
          <ac:cxnSpMkLst>
            <pc:docMk/>
            <pc:sldMk cId="1671229558" sldId="266"/>
            <ac:cxnSpMk id="42" creationId="{9CD4C57E-ADD0-2367-EDF6-FBD833EA548B}"/>
          </ac:cxnSpMkLst>
        </pc:cxnChg>
      </pc:sldChg>
      <pc:sldChg chg="modSp modTransition">
        <pc:chgData name="Robin Miranda (RIT Student)" userId="S::rm2688@rit.edu::8b7797be-1dc8-4e08-a442-05958c46a9ab" providerId="AD" clId="Web-{5AEA1DA9-6410-FDFC-5C58-879411001E41}" dt="2024-02-11T15:55:55.343" v="1641" actId="20577"/>
        <pc:sldMkLst>
          <pc:docMk/>
          <pc:sldMk cId="289917202" sldId="267"/>
        </pc:sldMkLst>
        <pc:spChg chg="mod">
          <ac:chgData name="Robin Miranda (RIT Student)" userId="S::rm2688@rit.edu::8b7797be-1dc8-4e08-a442-05958c46a9ab" providerId="AD" clId="Web-{5AEA1DA9-6410-FDFC-5C58-879411001E41}" dt="2024-02-11T15:55:55.343" v="1641" actId="20577"/>
          <ac:spMkLst>
            <pc:docMk/>
            <pc:sldMk cId="289917202" sldId="267"/>
            <ac:spMk id="4" creationId="{42F3CD0E-5950-493E-872E-9FC6E49A8D4A}"/>
          </ac:spMkLst>
        </pc:spChg>
        <pc:cxnChg chg="mod">
          <ac:chgData name="Robin Miranda (RIT Student)" userId="S::rm2688@rit.edu::8b7797be-1dc8-4e08-a442-05958c46a9ab" providerId="AD" clId="Web-{5AEA1DA9-6410-FDFC-5C58-879411001E41}" dt="2024-02-11T03:57:09.799" v="14" actId="1076"/>
          <ac:cxnSpMkLst>
            <pc:docMk/>
            <pc:sldMk cId="289917202" sldId="267"/>
            <ac:cxnSpMk id="9" creationId="{00000000-0000-0000-0000-000000000000}"/>
          </ac:cxnSpMkLst>
        </pc:cxnChg>
      </pc:sldChg>
      <pc:sldChg chg="del modTransition">
        <pc:chgData name="Robin Miranda (RIT Student)" userId="S::rm2688@rit.edu::8b7797be-1dc8-4e08-a442-05958c46a9ab" providerId="AD" clId="Web-{5AEA1DA9-6410-FDFC-5C58-879411001E41}" dt="2024-02-11T16:07:17.116" v="1761"/>
        <pc:sldMkLst>
          <pc:docMk/>
          <pc:sldMk cId="1840161040" sldId="268"/>
        </pc:sldMkLst>
      </pc:sldChg>
      <pc:sldChg chg="addSp delSp modSp del ord modTransition">
        <pc:chgData name="Robin Miranda (RIT Student)" userId="S::rm2688@rit.edu::8b7797be-1dc8-4e08-a442-05958c46a9ab" providerId="AD" clId="Web-{5AEA1DA9-6410-FDFC-5C58-879411001E41}" dt="2024-02-11T16:09:19.089" v="1816"/>
        <pc:sldMkLst>
          <pc:docMk/>
          <pc:sldMk cId="1881579192" sldId="269"/>
        </pc:sldMkLst>
        <pc:spChg chg="add mod">
          <ac:chgData name="Robin Miranda (RIT Student)" userId="S::rm2688@rit.edu::8b7797be-1dc8-4e08-a442-05958c46a9ab" providerId="AD" clId="Web-{5AEA1DA9-6410-FDFC-5C58-879411001E41}" dt="2024-02-11T16:04:01.390" v="1698" actId="20577"/>
          <ac:spMkLst>
            <pc:docMk/>
            <pc:sldMk cId="1881579192" sldId="269"/>
            <ac:spMk id="6" creationId="{BC904E64-55E9-BCC2-70AB-B8A11DC6E832}"/>
          </ac:spMkLst>
        </pc:spChg>
        <pc:picChg chg="add del mod">
          <ac:chgData name="Robin Miranda (RIT Student)" userId="S::rm2688@rit.edu::8b7797be-1dc8-4e08-a442-05958c46a9ab" providerId="AD" clId="Web-{5AEA1DA9-6410-FDFC-5C58-879411001E41}" dt="2024-02-11T16:03:35.639" v="1684"/>
          <ac:picMkLst>
            <pc:docMk/>
            <pc:sldMk cId="1881579192" sldId="269"/>
            <ac:picMk id="2" creationId="{1C15558E-1679-0628-F4C3-8B0D98536225}"/>
          </ac:picMkLst>
        </pc:picChg>
        <pc:picChg chg="mod modCrop">
          <ac:chgData name="Robin Miranda (RIT Student)" userId="S::rm2688@rit.edu::8b7797be-1dc8-4e08-a442-05958c46a9ab" providerId="AD" clId="Web-{5AEA1DA9-6410-FDFC-5C58-879411001E41}" dt="2024-02-11T16:03:26.217" v="1682" actId="1076"/>
          <ac:picMkLst>
            <pc:docMk/>
            <pc:sldMk cId="1881579192" sldId="269"/>
            <ac:picMk id="5" creationId="{C41C7210-CBEA-D277-F281-D303FA00DDB5}"/>
          </ac:picMkLst>
        </pc:picChg>
      </pc:sldChg>
      <pc:sldChg chg="addSp modSp del ord modTransition">
        <pc:chgData name="Robin Miranda (RIT Student)" userId="S::rm2688@rit.edu::8b7797be-1dc8-4e08-a442-05958c46a9ab" providerId="AD" clId="Web-{5AEA1DA9-6410-FDFC-5C58-879411001E41}" dt="2024-02-11T16:09:19.104" v="1817"/>
        <pc:sldMkLst>
          <pc:docMk/>
          <pc:sldMk cId="1268080508" sldId="270"/>
        </pc:sldMkLst>
        <pc:spChg chg="mod">
          <ac:chgData name="Robin Miranda (RIT Student)" userId="S::rm2688@rit.edu::8b7797be-1dc8-4e08-a442-05958c46a9ab" providerId="AD" clId="Web-{5AEA1DA9-6410-FDFC-5C58-879411001E41}" dt="2024-02-11T16:05:27.189" v="1722" actId="20577"/>
          <ac:spMkLst>
            <pc:docMk/>
            <pc:sldMk cId="1268080508" sldId="270"/>
            <ac:spMk id="2" creationId="{2B7AF803-F378-2651-D7CB-EFC6DB45D954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09:06.885" v="1814" actId="20577"/>
          <ac:spMkLst>
            <pc:docMk/>
            <pc:sldMk cId="1268080508" sldId="270"/>
            <ac:spMk id="3" creationId="{ACF8A971-F8B1-906E-9014-9ABE7C655775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5:49:12.909" v="1519" actId="1076"/>
          <ac:spMkLst>
            <pc:docMk/>
            <pc:sldMk cId="1268080508" sldId="270"/>
            <ac:spMk id="6" creationId="{D7B5D150-D18E-8198-856C-BFB5B68740FA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15:49:12.909" v="1518" actId="1076"/>
          <ac:picMkLst>
            <pc:docMk/>
            <pc:sldMk cId="1268080508" sldId="270"/>
            <ac:picMk id="5" creationId="{2F7DB9A0-CD5F-D721-E0F4-EDB152E7A518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16:08:26.837" v="1787" actId="14100"/>
          <ac:picMkLst>
            <pc:docMk/>
            <pc:sldMk cId="1268080508" sldId="270"/>
            <ac:picMk id="7" creationId="{38B2B9DC-8C63-9E95-8514-87F3F98A9F8F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16:08:29.587" v="1788" actId="14100"/>
          <ac:picMkLst>
            <pc:docMk/>
            <pc:sldMk cId="1268080508" sldId="270"/>
            <ac:picMk id="8" creationId="{2BD47EA7-F3F8-7B2E-9089-FFB45C4A44BE}"/>
          </ac:picMkLst>
        </pc:picChg>
      </pc:sldChg>
      <pc:sldChg chg="modSp modTransition">
        <pc:chgData name="Robin Miranda (RIT Student)" userId="S::rm2688@rit.edu::8b7797be-1dc8-4e08-a442-05958c46a9ab" providerId="AD" clId="Web-{5AEA1DA9-6410-FDFC-5C58-879411001E41}" dt="2024-02-11T16:13:02.846" v="1888" actId="20577"/>
        <pc:sldMkLst>
          <pc:docMk/>
          <pc:sldMk cId="192104935" sldId="271"/>
        </pc:sldMkLst>
        <pc:spChg chg="mod">
          <ac:chgData name="Robin Miranda (RIT Student)" userId="S::rm2688@rit.edu::8b7797be-1dc8-4e08-a442-05958c46a9ab" providerId="AD" clId="Web-{5AEA1DA9-6410-FDFC-5C58-879411001E41}" dt="2024-02-11T16:13:02.846" v="1888" actId="20577"/>
          <ac:spMkLst>
            <pc:docMk/>
            <pc:sldMk cId="192104935" sldId="271"/>
            <ac:spMk id="2" creationId="{FBA19EAC-D8B4-4E0F-41BB-44CA25C9E364}"/>
          </ac:spMkLst>
        </pc:spChg>
        <pc:picChg chg="mod modCrop">
          <ac:chgData name="Robin Miranda (RIT Student)" userId="S::rm2688@rit.edu::8b7797be-1dc8-4e08-a442-05958c46a9ab" providerId="AD" clId="Web-{5AEA1DA9-6410-FDFC-5C58-879411001E41}" dt="2024-02-11T16:02:04.589" v="1673"/>
          <ac:picMkLst>
            <pc:docMk/>
            <pc:sldMk cId="192104935" sldId="271"/>
            <ac:picMk id="5" creationId="{1D9B6548-DC26-EA73-56F7-7E8ED68EDF5A}"/>
          </ac:picMkLst>
        </pc:picChg>
      </pc:sldChg>
      <pc:sldChg chg="modSp modTransition">
        <pc:chgData name="Robin Miranda (RIT Student)" userId="S::rm2688@rit.edu::8b7797be-1dc8-4e08-a442-05958c46a9ab" providerId="AD" clId="Web-{5AEA1DA9-6410-FDFC-5C58-879411001E41}" dt="2024-02-11T16:08:13.399" v="1786" actId="1076"/>
        <pc:sldMkLst>
          <pc:docMk/>
          <pc:sldMk cId="2893739931" sldId="272"/>
        </pc:sldMkLst>
        <pc:spChg chg="mod">
          <ac:chgData name="Robin Miranda (RIT Student)" userId="S::rm2688@rit.edu::8b7797be-1dc8-4e08-a442-05958c46a9ab" providerId="AD" clId="Web-{5AEA1DA9-6410-FDFC-5C58-879411001E41}" dt="2024-02-11T16:08:13.399" v="1786" actId="1076"/>
          <ac:spMkLst>
            <pc:docMk/>
            <pc:sldMk cId="2893739931" sldId="272"/>
            <ac:spMk id="2" creationId="{76703EC6-06DF-25CE-E396-4CA260798037}"/>
          </ac:spMkLst>
        </pc:spChg>
        <pc:graphicFrameChg chg="mod modGraphic">
          <ac:chgData name="Robin Miranda (RIT Student)" userId="S::rm2688@rit.edu::8b7797be-1dc8-4e08-a442-05958c46a9ab" providerId="AD" clId="Web-{5AEA1DA9-6410-FDFC-5C58-879411001E41}" dt="2024-02-11T16:07:58.086" v="1778"/>
          <ac:graphicFrameMkLst>
            <pc:docMk/>
            <pc:sldMk cId="2893739931" sldId="272"/>
            <ac:graphicFrameMk id="5" creationId="{30DB71B7-E5C8-019B-942B-6DDA0078432D}"/>
          </ac:graphicFrameMkLst>
        </pc:graphicFrameChg>
      </pc:sldChg>
      <pc:sldChg chg="modTransition">
        <pc:chgData name="Robin Miranda (RIT Student)" userId="S::rm2688@rit.edu::8b7797be-1dc8-4e08-a442-05958c46a9ab" providerId="AD" clId="Web-{5AEA1DA9-6410-FDFC-5C58-879411001E41}" dt="2024-02-11T06:00:37.610" v="197"/>
        <pc:sldMkLst>
          <pc:docMk/>
          <pc:sldMk cId="196807128" sldId="273"/>
        </pc:sldMkLst>
      </pc:sldChg>
      <pc:sldChg chg="modSp modTransition">
        <pc:chgData name="Robin Miranda (RIT Student)" userId="S::rm2688@rit.edu::8b7797be-1dc8-4e08-a442-05958c46a9ab" providerId="AD" clId="Web-{5AEA1DA9-6410-FDFC-5C58-879411001E41}" dt="2024-02-11T16:11:44.531" v="1854" actId="20577"/>
        <pc:sldMkLst>
          <pc:docMk/>
          <pc:sldMk cId="417202256" sldId="274"/>
        </pc:sldMkLst>
        <pc:spChg chg="mod">
          <ac:chgData name="Robin Miranda (RIT Student)" userId="S::rm2688@rit.edu::8b7797be-1dc8-4e08-a442-05958c46a9ab" providerId="AD" clId="Web-{5AEA1DA9-6410-FDFC-5C58-879411001E41}" dt="2024-02-11T16:11:44.531" v="1854" actId="20577"/>
          <ac:spMkLst>
            <pc:docMk/>
            <pc:sldMk cId="417202256" sldId="274"/>
            <ac:spMk id="2" creationId="{2B0E3F2D-A985-2EFF-FC33-DA72B920DC75}"/>
          </ac:spMkLst>
        </pc:spChg>
      </pc:sldChg>
      <pc:sldChg chg="addSp delSp modSp modTransition">
        <pc:chgData name="Robin Miranda (RIT Student)" userId="S::rm2688@rit.edu::8b7797be-1dc8-4e08-a442-05958c46a9ab" providerId="AD" clId="Web-{5AEA1DA9-6410-FDFC-5C58-879411001E41}" dt="2024-02-11T16:12:44.595" v="1887" actId="1076"/>
        <pc:sldMkLst>
          <pc:docMk/>
          <pc:sldMk cId="1235414310" sldId="275"/>
        </pc:sldMkLst>
        <pc:spChg chg="mod">
          <ac:chgData name="Robin Miranda (RIT Student)" userId="S::rm2688@rit.edu::8b7797be-1dc8-4e08-a442-05958c46a9ab" providerId="AD" clId="Web-{5AEA1DA9-6410-FDFC-5C58-879411001E41}" dt="2024-02-11T16:12:44.595" v="1887" actId="1076"/>
          <ac:spMkLst>
            <pc:docMk/>
            <pc:sldMk cId="1235414310" sldId="275"/>
            <ac:spMk id="2" creationId="{4DD4521C-F3BD-4E79-D5D7-D522B81FF6E0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12:44.595" v="1886" actId="1076"/>
          <ac:spMkLst>
            <pc:docMk/>
            <pc:sldMk cId="1235414310" sldId="275"/>
            <ac:spMk id="3" creationId="{C440796C-7F5B-10B3-AA99-C9B1071EEF95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4" creationId="{91E034FB-DB51-D7A9-26F9-AE072FC35F67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22:35.447" v="449"/>
          <ac:spMkLst>
            <pc:docMk/>
            <pc:sldMk cId="1235414310" sldId="275"/>
            <ac:spMk id="18" creationId="{1A9F7B4E-B03D-4F64-BE33-00D074458D45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22:35.447" v="449"/>
          <ac:spMkLst>
            <pc:docMk/>
            <pc:sldMk cId="1235414310" sldId="275"/>
            <ac:spMk id="20" creationId="{7E2BE7F7-CA89-4002-ACCE-A478AEA24F5E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22" creationId="{7C432AFE-B3D2-4BFF-BF8F-96C27AFF1AC7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23" creationId="{AF2F604E-43BE-4DC3-B983-E071523364F8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5:02:44.789" v="94"/>
          <ac:spMkLst>
            <pc:docMk/>
            <pc:sldMk cId="1235414310" sldId="275"/>
            <ac:spMk id="25" creationId="{C0A1ED06-4733-4020-9C60-81D4D801408D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5:02:44.789" v="94"/>
          <ac:spMkLst>
            <pc:docMk/>
            <pc:sldMk cId="1235414310" sldId="275"/>
            <ac:spMk id="27" creationId="{B0CA3509-3AF9-45FE-93ED-57BB5D5E8E07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29" creationId="{08C9B587-E65E-4B52-B37C-ABEBB6E87928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34" creationId="{9AA72BD9-2C5A-4EDC-931F-5AA08EACA0F3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36" creationId="{DD3981AC-7B61-4947-BCF3-F7AA7FA385B9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38" creationId="{55D4142C-5077-457F-A6AD-3FECFDB39685}"/>
          </ac:spMkLst>
        </pc:spChg>
        <pc:spChg chg="add">
          <ac:chgData name="Robin Miranda (RIT Student)" userId="S::rm2688@rit.edu::8b7797be-1dc8-4e08-a442-05958c46a9ab" providerId="AD" clId="Web-{5AEA1DA9-6410-FDFC-5C58-879411001E41}" dt="2024-02-11T16:02:31.621" v="1675"/>
          <ac:spMkLst>
            <pc:docMk/>
            <pc:sldMk cId="1235414310" sldId="275"/>
            <ac:spMk id="40" creationId="{7A5F0580-5EE9-419F-96EE-B6529EF6E7D0}"/>
          </ac:spMkLst>
        </pc:spChg>
        <pc:picChg chg="add del mod">
          <ac:chgData name="Robin Miranda (RIT Student)" userId="S::rm2688@rit.edu::8b7797be-1dc8-4e08-a442-05958c46a9ab" providerId="AD" clId="Web-{5AEA1DA9-6410-FDFC-5C58-879411001E41}" dt="2024-02-11T16:02:31.621" v="1675"/>
          <ac:picMkLst>
            <pc:docMk/>
            <pc:sldMk cId="1235414310" sldId="275"/>
            <ac:picMk id="6" creationId="{ED66A2F4-B0B3-131D-0641-3D9C90D22E04}"/>
          </ac:picMkLst>
        </pc:picChg>
      </pc:sldChg>
      <pc:sldChg chg="addSp delSp modSp new ord modTransition">
        <pc:chgData name="Robin Miranda (RIT Student)" userId="S::rm2688@rit.edu::8b7797be-1dc8-4e08-a442-05958c46a9ab" providerId="AD" clId="Web-{5AEA1DA9-6410-FDFC-5C58-879411001E41}" dt="2024-02-11T07:36:05.591" v="1387" actId="14100"/>
        <pc:sldMkLst>
          <pc:docMk/>
          <pc:sldMk cId="2067966955" sldId="276"/>
        </pc:sldMkLst>
        <pc:spChg chg="mod">
          <ac:chgData name="Robin Miranda (RIT Student)" userId="S::rm2688@rit.edu::8b7797be-1dc8-4e08-a442-05958c46a9ab" providerId="AD" clId="Web-{5AEA1DA9-6410-FDFC-5C58-879411001E41}" dt="2024-02-11T05:38:02.329" v="123" actId="20577"/>
          <ac:spMkLst>
            <pc:docMk/>
            <pc:sldMk cId="2067966955" sldId="276"/>
            <ac:spMk id="2" creationId="{7004D9B9-A58C-C811-3585-399E4F11E923}"/>
          </ac:spMkLst>
        </pc:spChg>
        <pc:spChg chg="del">
          <ac:chgData name="Robin Miranda (RIT Student)" userId="S::rm2688@rit.edu::8b7797be-1dc8-4e08-a442-05958c46a9ab" providerId="AD" clId="Web-{5AEA1DA9-6410-FDFC-5C58-879411001E41}" dt="2024-02-11T05:33:49.383" v="113"/>
          <ac:spMkLst>
            <pc:docMk/>
            <pc:sldMk cId="2067966955" sldId="276"/>
            <ac:spMk id="3" creationId="{4F74BEF4-68C3-56AB-C36C-8BBF036BF117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36:05.591" v="1387" actId="14100"/>
          <ac:spMkLst>
            <pc:docMk/>
            <pc:sldMk cId="2067966955" sldId="276"/>
            <ac:spMk id="3" creationId="{F361059E-2EAE-7F14-CE7A-2F05B418C85D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36:00.669" v="1386" actId="1076"/>
          <ac:spMkLst>
            <pc:docMk/>
            <pc:sldMk cId="2067966955" sldId="276"/>
            <ac:spMk id="7" creationId="{FFCED7AB-3DD5-FA8E-FC8E-2077A7D62FF9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56:22.404" v="919" actId="20577"/>
          <ac:spMkLst>
            <pc:docMk/>
            <pc:sldMk cId="2067966955" sldId="276"/>
            <ac:spMk id="9" creationId="{B26253F5-B163-0512-856F-6C4457D96B31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5:40:27.447" v="160" actId="20577"/>
          <ac:spMkLst>
            <pc:docMk/>
            <pc:sldMk cId="2067966955" sldId="276"/>
            <ac:spMk id="11" creationId="{FBD47649-79E9-014D-12CD-7CE1016D4AE1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55:04.230" v="851" actId="20577"/>
          <ac:spMkLst>
            <pc:docMk/>
            <pc:sldMk cId="2067966955" sldId="276"/>
            <ac:spMk id="12" creationId="{AD576178-C2C6-E4D4-6274-09F2E1D9DC5E}"/>
          </ac:spMkLst>
        </pc:spChg>
        <pc:picChg chg="add mod ord">
          <ac:chgData name="Robin Miranda (RIT Student)" userId="S::rm2688@rit.edu::8b7797be-1dc8-4e08-a442-05958c46a9ab" providerId="AD" clId="Web-{5AEA1DA9-6410-FDFC-5C58-879411001E41}" dt="2024-02-11T05:38:49.878" v="128" actId="1076"/>
          <ac:picMkLst>
            <pc:docMk/>
            <pc:sldMk cId="2067966955" sldId="276"/>
            <ac:picMk id="5" creationId="{D694A2CB-74AB-0F1B-759D-CDE1B32580B9}"/>
          </ac:picMkLst>
        </pc:picChg>
        <pc:cxnChg chg="add mod">
          <ac:chgData name="Robin Miranda (RIT Student)" userId="S::rm2688@rit.edu::8b7797be-1dc8-4e08-a442-05958c46a9ab" providerId="AD" clId="Web-{5AEA1DA9-6410-FDFC-5C58-879411001E41}" dt="2024-02-11T07:35:53.981" v="1385" actId="14100"/>
          <ac:cxnSpMkLst>
            <pc:docMk/>
            <pc:sldMk cId="2067966955" sldId="276"/>
            <ac:cxnSpMk id="6" creationId="{23634A90-8E20-63C1-C93F-9081D4853B48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5:40:43.135" v="165" actId="1076"/>
          <ac:cxnSpMkLst>
            <pc:docMk/>
            <pc:sldMk cId="2067966955" sldId="276"/>
            <ac:cxnSpMk id="8" creationId="{F46A450A-5D57-395B-1A38-9871241A970D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5:39:54.864" v="148"/>
          <ac:cxnSpMkLst>
            <pc:docMk/>
            <pc:sldMk cId="2067966955" sldId="276"/>
            <ac:cxnSpMk id="9" creationId="{6957898B-A712-2E99-FA47-4B027B0E9B3E}"/>
          </ac:cxnSpMkLst>
        </pc:cxnChg>
        <pc:cxnChg chg="add del mod">
          <ac:chgData name="Robin Miranda (RIT Student)" userId="S::rm2688@rit.edu::8b7797be-1dc8-4e08-a442-05958c46a9ab" providerId="AD" clId="Web-{5AEA1DA9-6410-FDFC-5C58-879411001E41}" dt="2024-02-11T05:40:00.130" v="150"/>
          <ac:cxnSpMkLst>
            <pc:docMk/>
            <pc:sldMk cId="2067966955" sldId="276"/>
            <ac:cxnSpMk id="10" creationId="{7124C307-ABA5-1489-2EED-554B39FDA56E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5:40:49.041" v="166" actId="14100"/>
          <ac:cxnSpMkLst>
            <pc:docMk/>
            <pc:sldMk cId="2067966955" sldId="276"/>
            <ac:cxnSpMk id="13" creationId="{E74EE681-31C1-93D7-CF92-FC37CDAFE2D9}"/>
          </ac:cxnSpMkLst>
        </pc:cxnChg>
        <pc:cxnChg chg="add del">
          <ac:chgData name="Robin Miranda (RIT Student)" userId="S::rm2688@rit.edu::8b7797be-1dc8-4e08-a442-05958c46a9ab" providerId="AD" clId="Web-{5AEA1DA9-6410-FDFC-5C58-879411001E41}" dt="2024-02-11T06:08:14.080" v="264"/>
          <ac:cxnSpMkLst>
            <pc:docMk/>
            <pc:sldMk cId="2067966955" sldId="276"/>
            <ac:cxnSpMk id="15" creationId="{B70ED150-636A-5159-3508-75117105C0F7}"/>
          </ac:cxnSpMkLst>
        </pc:cxnChg>
      </pc:sldChg>
      <pc:sldChg chg="modSp add del">
        <pc:chgData name="Robin Miranda (RIT Student)" userId="S::rm2688@rit.edu::8b7797be-1dc8-4e08-a442-05958c46a9ab" providerId="AD" clId="Web-{5AEA1DA9-6410-FDFC-5C58-879411001E41}" dt="2024-02-11T15:46:57.874" v="1486"/>
        <pc:sldMkLst>
          <pc:docMk/>
          <pc:sldMk cId="2743473658" sldId="277"/>
        </pc:sldMkLst>
        <pc:spChg chg="mod">
          <ac:chgData name="Robin Miranda (RIT Student)" userId="S::rm2688@rit.edu::8b7797be-1dc8-4e08-a442-05958c46a9ab" providerId="AD" clId="Web-{5AEA1DA9-6410-FDFC-5C58-879411001E41}" dt="2024-02-11T07:33:17.742" v="1369" actId="1076"/>
          <ac:spMkLst>
            <pc:docMk/>
            <pc:sldMk cId="2743473658" sldId="277"/>
            <ac:spMk id="2" creationId="{9FFCCC63-8259-629A-439C-C0D33B2B4DB7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07:40:57.363" v="1396" actId="14100"/>
          <ac:spMkLst>
            <pc:docMk/>
            <pc:sldMk cId="2743473658" sldId="277"/>
            <ac:spMk id="19" creationId="{08C22117-5883-F2D6-0519-6D5E3EE3E645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07:28:15.323" v="1338" actId="14100"/>
          <ac:spMkLst>
            <pc:docMk/>
            <pc:sldMk cId="2743473658" sldId="277"/>
            <ac:spMk id="20" creationId="{32E4DC7D-6FD2-7BA1-01DC-B72398698B3A}"/>
          </ac:spMkLst>
        </pc:spChg>
      </pc:sldChg>
      <pc:sldChg chg="addSp delSp modSp new add del">
        <pc:chgData name="Robin Miranda (RIT Student)" userId="S::rm2688@rit.edu::8b7797be-1dc8-4e08-a442-05958c46a9ab" providerId="AD" clId="Web-{5AEA1DA9-6410-FDFC-5C58-879411001E41}" dt="2024-02-11T07:25:10.450" v="1314"/>
        <pc:sldMkLst>
          <pc:docMk/>
          <pc:sldMk cId="3777647705" sldId="277"/>
        </pc:sldMkLst>
        <pc:spChg chg="mod">
          <ac:chgData name="Robin Miranda (RIT Student)" userId="S::rm2688@rit.edu::8b7797be-1dc8-4e08-a442-05958c46a9ab" providerId="AD" clId="Web-{5AEA1DA9-6410-FDFC-5C58-879411001E41}" dt="2024-02-11T06:25:32.052" v="461" actId="20577"/>
          <ac:spMkLst>
            <pc:docMk/>
            <pc:sldMk cId="3777647705" sldId="277"/>
            <ac:spMk id="2" creationId="{E334C6D1-8E0E-5861-70F4-294BEBDDC4C8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58:24.485" v="920" actId="1076"/>
          <ac:spMkLst>
            <pc:docMk/>
            <pc:sldMk cId="3777647705" sldId="277"/>
            <ac:spMk id="3" creationId="{62EF044F-0422-716A-412A-334E56C10EC1}"/>
          </ac:spMkLst>
        </pc:spChg>
        <pc:spChg chg="del">
          <ac:chgData name="Robin Miranda (RIT Student)" userId="S::rm2688@rit.edu::8b7797be-1dc8-4e08-a442-05958c46a9ab" providerId="AD" clId="Web-{5AEA1DA9-6410-FDFC-5C58-879411001E41}" dt="2024-02-11T06:25:15.598" v="452"/>
          <ac:spMkLst>
            <pc:docMk/>
            <pc:sldMk cId="3777647705" sldId="277"/>
            <ac:spMk id="3" creationId="{7951E3BE-5469-7AF0-0FD9-68E8750AD0CD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2:49.551" v="491" actId="1076"/>
          <ac:spMkLst>
            <pc:docMk/>
            <pc:sldMk cId="3777647705" sldId="277"/>
            <ac:spMk id="7" creationId="{344C1C44-26D5-F19B-D636-CCB3A095043E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6:27.468" v="566"/>
          <ac:spMkLst>
            <pc:docMk/>
            <pc:sldMk cId="3777647705" sldId="277"/>
            <ac:spMk id="8" creationId="{5EBB43AA-B7AE-390E-E786-C8E3BA7D6BDE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03:31.718" v="966" actId="20577"/>
          <ac:spMkLst>
            <pc:docMk/>
            <pc:sldMk cId="3777647705" sldId="277"/>
            <ac:spMk id="9" creationId="{FEB614E0-3F4B-15FA-A7B0-CBF6E369964F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5:17.138" v="550"/>
          <ac:spMkLst>
            <pc:docMk/>
            <pc:sldMk cId="3777647705" sldId="277"/>
            <ac:spMk id="10" creationId="{C5859E11-3208-D9F1-FF9A-24D9734B3FDC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6:37:06.594" v="578"/>
          <ac:spMkLst>
            <pc:docMk/>
            <pc:sldMk cId="3777647705" sldId="277"/>
            <ac:spMk id="11" creationId="{53309592-DEA7-CFE5-5098-9409E16CC0D5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3:45.506" v="528"/>
          <ac:spMkLst>
            <pc:docMk/>
            <pc:sldMk cId="3777647705" sldId="277"/>
            <ac:spMk id="11" creationId="{FBF9B90F-E77A-83CF-CD0E-A1DB530C7E63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3:55.334" v="531"/>
          <ac:spMkLst>
            <pc:docMk/>
            <pc:sldMk cId="3777647705" sldId="277"/>
            <ac:spMk id="12" creationId="{34CB98B0-E116-579C-E7D7-8C96D35CD3DD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7:18.860" v="580"/>
          <ac:spMkLst>
            <pc:docMk/>
            <pc:sldMk cId="3777647705" sldId="277"/>
            <ac:spMk id="12" creationId="{CAD587DA-BD71-5DFD-9E85-9ED2CB63F769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3:44.095" v="690" actId="1076"/>
          <ac:spMkLst>
            <pc:docMk/>
            <pc:sldMk cId="3777647705" sldId="277"/>
            <ac:spMk id="13" creationId="{0CE7BDEB-14FD-A72C-DF84-88B00BA15B82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3:59.100" v="533"/>
          <ac:spMkLst>
            <pc:docMk/>
            <pc:sldMk cId="3777647705" sldId="277"/>
            <ac:spMk id="13" creationId="{3B441438-313B-0EFC-10CB-8C6303F8CC84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4:12.366" v="537"/>
          <ac:spMkLst>
            <pc:docMk/>
            <pc:sldMk cId="3777647705" sldId="277"/>
            <ac:spMk id="14" creationId="{3B441438-313B-0EFC-10CB-8C6303F8CC84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4:07.303" v="536"/>
          <ac:spMkLst>
            <pc:docMk/>
            <pc:sldMk cId="3777647705" sldId="277"/>
            <ac:spMk id="15" creationId="{3B441438-313B-0EFC-10CB-8C6303F8CC84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6:34:17.991" v="540"/>
          <ac:spMkLst>
            <pc:docMk/>
            <pc:sldMk cId="3777647705" sldId="277"/>
            <ac:spMk id="16" creationId="{3B441438-313B-0EFC-10CB-8C6303F8CC84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5:17.138" v="551"/>
          <ac:spMkLst>
            <pc:docMk/>
            <pc:sldMk cId="3777647705" sldId="277"/>
            <ac:spMk id="17" creationId="{A7FF14EF-3FF4-155F-8018-A980BAB78903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5:17.138" v="552"/>
          <ac:spMkLst>
            <pc:docMk/>
            <pc:sldMk cId="3777647705" sldId="277"/>
            <ac:spMk id="18" creationId="{A4F9360B-B117-0404-B974-592AE6775D95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5:17.138" v="553"/>
          <ac:spMkLst>
            <pc:docMk/>
            <pc:sldMk cId="3777647705" sldId="277"/>
            <ac:spMk id="19" creationId="{9B987D00-B040-A799-E621-00C3C55E693C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35:17.169" v="554"/>
          <ac:spMkLst>
            <pc:docMk/>
            <pc:sldMk cId="3777647705" sldId="277"/>
            <ac:spMk id="20" creationId="{4412AC93-F07F-459E-866F-0DAB893D0E7E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3:22.235" v="686" actId="1076"/>
          <ac:spMkLst>
            <pc:docMk/>
            <pc:sldMk cId="3777647705" sldId="277"/>
            <ac:spMk id="21" creationId="{EBFE6BD1-E686-9698-2AB6-0123162F6790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0:42.184" v="625" actId="1076"/>
          <ac:spMkLst>
            <pc:docMk/>
            <pc:sldMk cId="3777647705" sldId="277"/>
            <ac:spMk id="23" creationId="{14EF5230-AAE5-B127-485A-48A8F08253C6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2:40.984" v="665" actId="20577"/>
          <ac:spMkLst>
            <pc:docMk/>
            <pc:sldMk cId="3777647705" sldId="277"/>
            <ac:spMk id="25" creationId="{11B97A03-3E46-862E-D0D4-E35D1566584D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3:13.719" v="684" actId="1076"/>
          <ac:spMkLst>
            <pc:docMk/>
            <pc:sldMk cId="3777647705" sldId="277"/>
            <ac:spMk id="27" creationId="{F210E6DB-89BE-F540-65BD-DA05939D2D9B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4:41.002" v="716" actId="1076"/>
          <ac:spMkLst>
            <pc:docMk/>
            <pc:sldMk cId="3777647705" sldId="277"/>
            <ac:spMk id="28" creationId="{E46E4A18-9464-BE7C-8EF9-039B06D3FB5E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4:45.065" v="717" actId="1076"/>
          <ac:spMkLst>
            <pc:docMk/>
            <pc:sldMk cId="3777647705" sldId="277"/>
            <ac:spMk id="29" creationId="{069891F3-A7FC-CD60-2C81-AF6B4CCE99D0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4:46.768" v="718" actId="1076"/>
          <ac:spMkLst>
            <pc:docMk/>
            <pc:sldMk cId="3777647705" sldId="277"/>
            <ac:spMk id="30" creationId="{133B053E-4DBC-62AB-BE76-14ED8B946A51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4:29.049" v="712" actId="1076"/>
          <ac:spMkLst>
            <pc:docMk/>
            <pc:sldMk cId="3777647705" sldId="277"/>
            <ac:spMk id="31" creationId="{2FC35D3F-5191-0777-910E-16CCE6052528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4:38.471" v="715" actId="1076"/>
          <ac:spMkLst>
            <pc:docMk/>
            <pc:sldMk cId="3777647705" sldId="277"/>
            <ac:spMk id="32" creationId="{9433A370-E440-312D-B23E-F2C054E7A4E3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4:36.643" v="714" actId="1076"/>
          <ac:spMkLst>
            <pc:docMk/>
            <pc:sldMk cId="3777647705" sldId="277"/>
            <ac:spMk id="33" creationId="{3C9987AA-D05D-FEA9-D932-76FC109D468C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00.425" v="720" actId="1076"/>
          <ac:spMkLst>
            <pc:docMk/>
            <pc:sldMk cId="3777647705" sldId="277"/>
            <ac:spMk id="34" creationId="{167EDAEF-3C8F-4694-98D0-743A727B37CC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17.691" v="725" actId="1076"/>
          <ac:spMkLst>
            <pc:docMk/>
            <pc:sldMk cId="3777647705" sldId="277"/>
            <ac:spMk id="35" creationId="{29CB74AD-4ABA-DED7-E87E-A4AFCC20B869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15.331" v="724" actId="1076"/>
          <ac:spMkLst>
            <pc:docMk/>
            <pc:sldMk cId="3777647705" sldId="277"/>
            <ac:spMk id="36" creationId="{D0B531EE-306A-98EB-3FFD-656591F80B68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34.441" v="729" actId="1076"/>
          <ac:spMkLst>
            <pc:docMk/>
            <pc:sldMk cId="3777647705" sldId="277"/>
            <ac:spMk id="37" creationId="{FFB4FCF1-8B20-6313-2740-0F7799863706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40.519" v="731" actId="1076"/>
          <ac:spMkLst>
            <pc:docMk/>
            <pc:sldMk cId="3777647705" sldId="277"/>
            <ac:spMk id="38" creationId="{0730467F-59DF-6185-7B90-F7F2987F743C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52.442" v="736" actId="1076"/>
          <ac:spMkLst>
            <pc:docMk/>
            <pc:sldMk cId="3777647705" sldId="277"/>
            <ac:spMk id="39" creationId="{0CAE956B-8D15-D7B2-8126-270DA8DD747F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5:49.145" v="735" actId="1076"/>
          <ac:spMkLst>
            <pc:docMk/>
            <pc:sldMk cId="3777647705" sldId="277"/>
            <ac:spMk id="40" creationId="{E9752EF5-5902-9E7D-A704-B47722D4BAD4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6:46:54.474" v="760" actId="1076"/>
          <ac:spMkLst>
            <pc:docMk/>
            <pc:sldMk cId="3777647705" sldId="277"/>
            <ac:spMk id="42" creationId="{F976CC6E-DC6E-1E37-D7D0-06810A4950C3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03:16.217" v="963" actId="20577"/>
          <ac:spMkLst>
            <pc:docMk/>
            <pc:sldMk cId="3777647705" sldId="277"/>
            <ac:spMk id="44" creationId="{F8A8FBD2-6857-ADFE-ECF6-4D5181B76E12}"/>
          </ac:spMkLst>
        </pc:spChg>
        <pc:picChg chg="add mod ord modCrop">
          <ac:chgData name="Robin Miranda (RIT Student)" userId="S::rm2688@rit.edu::8b7797be-1dc8-4e08-a442-05958c46a9ab" providerId="AD" clId="Web-{5AEA1DA9-6410-FDFC-5C58-879411001E41}" dt="2024-02-11T07:02:07.356" v="948" actId="1076"/>
          <ac:picMkLst>
            <pc:docMk/>
            <pc:sldMk cId="3777647705" sldId="277"/>
            <ac:picMk id="5" creationId="{9DC29E1A-375A-F9A6-977F-6B570E6C594A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6:31:20.829" v="466" actId="1076"/>
          <ac:picMkLst>
            <pc:docMk/>
            <pc:sldMk cId="3777647705" sldId="277"/>
            <ac:picMk id="6" creationId="{EAD3C04A-90E6-4F18-F2CF-AABBD26BB19F}"/>
          </ac:picMkLst>
        </pc:picChg>
        <pc:cxnChg chg="add mod">
          <ac:chgData name="Robin Miranda (RIT Student)" userId="S::rm2688@rit.edu::8b7797be-1dc8-4e08-a442-05958c46a9ab" providerId="AD" clId="Web-{5AEA1DA9-6410-FDFC-5C58-879411001E41}" dt="2024-02-11T06:43:18.422" v="685" actId="14100"/>
          <ac:cxnSpMkLst>
            <pc:docMk/>
            <pc:sldMk cId="3777647705" sldId="277"/>
            <ac:cxnSpMk id="15" creationId="{CED48F93-D452-E3CE-FCDB-436D07E8BE04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58:33.720" v="921" actId="14100"/>
          <ac:cxnSpMkLst>
            <pc:docMk/>
            <pc:sldMk cId="3777647705" sldId="277"/>
            <ac:cxnSpMk id="22" creationId="{97B88170-80FA-B1CC-0F56-85C86946EBB3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41:33.044" v="629" actId="1076"/>
          <ac:cxnSpMkLst>
            <pc:docMk/>
            <pc:sldMk cId="3777647705" sldId="277"/>
            <ac:cxnSpMk id="24" creationId="{1FE0F24C-E138-E942-9C3F-2DA4AB6B55A7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43:00.578" v="671" actId="14100"/>
          <ac:cxnSpMkLst>
            <pc:docMk/>
            <pc:sldMk cId="3777647705" sldId="277"/>
            <ac:cxnSpMk id="26" creationId="{CECFF25C-9163-BCCB-D609-359CE45DD7EC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46:28.989" v="753" actId="14100"/>
          <ac:cxnSpMkLst>
            <pc:docMk/>
            <pc:sldMk cId="3777647705" sldId="277"/>
            <ac:cxnSpMk id="41" creationId="{94A57782-0FCD-8817-F832-87C33EF19447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6:46:56.724" v="761" actId="14100"/>
          <ac:cxnSpMkLst>
            <pc:docMk/>
            <pc:sldMk cId="3777647705" sldId="277"/>
            <ac:cxnSpMk id="43" creationId="{3F1565D3-3B6E-ADD4-736F-72B96A3C073C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7:03:09.155" v="962" actId="14100"/>
          <ac:cxnSpMkLst>
            <pc:docMk/>
            <pc:sldMk cId="3777647705" sldId="277"/>
            <ac:cxnSpMk id="45" creationId="{E8CAC544-71DC-429C-2002-5BFBC64D12DB}"/>
          </ac:cxnSpMkLst>
        </pc:cxnChg>
      </pc:sldChg>
      <pc:sldChg chg="addSp delSp modSp new del">
        <pc:chgData name="Robin Miranda (RIT Student)" userId="S::rm2688@rit.edu::8b7797be-1dc8-4e08-a442-05958c46a9ab" providerId="AD" clId="Web-{5AEA1DA9-6410-FDFC-5C58-879411001E41}" dt="2024-02-11T07:25:10.450" v="1313"/>
        <pc:sldMkLst>
          <pc:docMk/>
          <pc:sldMk cId="2743473658" sldId="278"/>
        </pc:sldMkLst>
        <pc:spChg chg="mod">
          <ac:chgData name="Robin Miranda (RIT Student)" userId="S::rm2688@rit.edu::8b7797be-1dc8-4e08-a442-05958c46a9ab" providerId="AD" clId="Web-{5AEA1DA9-6410-FDFC-5C58-879411001E41}" dt="2024-02-11T07:04:52.360" v="978" actId="20577"/>
          <ac:spMkLst>
            <pc:docMk/>
            <pc:sldMk cId="2743473658" sldId="278"/>
            <ac:spMk id="2" creationId="{9FFCCC63-8259-629A-439C-C0D33B2B4DB7}"/>
          </ac:spMkLst>
        </pc:spChg>
        <pc:spChg chg="del">
          <ac:chgData name="Robin Miranda (RIT Student)" userId="S::rm2688@rit.edu::8b7797be-1dc8-4e08-a442-05958c46a9ab" providerId="AD" clId="Web-{5AEA1DA9-6410-FDFC-5C58-879411001E41}" dt="2024-02-11T07:07:12.645" v="1002"/>
          <ac:spMkLst>
            <pc:docMk/>
            <pc:sldMk cId="2743473658" sldId="278"/>
            <ac:spMk id="3" creationId="{9D7D90C1-2FCB-D6FD-C361-AE74E0E0CF21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16:17.148" v="1060" actId="1076"/>
          <ac:spMkLst>
            <pc:docMk/>
            <pc:sldMk cId="2743473658" sldId="278"/>
            <ac:spMk id="5" creationId="{6243338F-49F4-C05D-8982-350A2E741988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7:05:10.861" v="985"/>
          <ac:spMkLst>
            <pc:docMk/>
            <pc:sldMk cId="2743473658" sldId="278"/>
            <ac:spMk id="7" creationId="{3BE6B658-33AF-FAFF-3669-5E3DADD4E1E9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18:43.261" v="1131" actId="14100"/>
          <ac:spMkLst>
            <pc:docMk/>
            <pc:sldMk cId="2743473658" sldId="278"/>
            <ac:spMk id="9" creationId="{E7FC819B-6700-2094-BA1B-B2E21472290A}"/>
          </ac:spMkLst>
        </pc:spChg>
        <pc:spChg chg="add del">
          <ac:chgData name="Robin Miranda (RIT Student)" userId="S::rm2688@rit.edu::8b7797be-1dc8-4e08-a442-05958c46a9ab" providerId="AD" clId="Web-{5AEA1DA9-6410-FDFC-5C58-879411001E41}" dt="2024-02-11T07:05:16.001" v="989"/>
          <ac:spMkLst>
            <pc:docMk/>
            <pc:sldMk cId="2743473658" sldId="278"/>
            <ac:spMk id="11" creationId="{13FC9AA6-57F8-D80B-C364-8938A196A312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24:19.026" v="1312" actId="20577"/>
          <ac:spMkLst>
            <pc:docMk/>
            <pc:sldMk cId="2743473658" sldId="278"/>
            <ac:spMk id="11" creationId="{1703E3CD-CBD8-97CB-C582-5F4205A79E51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19:59.734" v="1177" actId="1076"/>
          <ac:spMkLst>
            <pc:docMk/>
            <pc:sldMk cId="2743473658" sldId="278"/>
            <ac:spMk id="13" creationId="{AAF7A678-F3F5-34AF-6ED7-61044764D117}"/>
          </ac:spMkLst>
        </pc:spChg>
        <pc:spChg chg="add mod ord">
          <ac:chgData name="Robin Miranda (RIT Student)" userId="S::rm2688@rit.edu::8b7797be-1dc8-4e08-a442-05958c46a9ab" providerId="AD" clId="Web-{5AEA1DA9-6410-FDFC-5C58-879411001E41}" dt="2024-02-11T07:06:02.315" v="996" actId="1076"/>
          <ac:spMkLst>
            <pc:docMk/>
            <pc:sldMk cId="2743473658" sldId="278"/>
            <ac:spMk id="14" creationId="{D4307F0C-F9A3-9253-8597-61E453FB7B66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16:28.227" v="1064" actId="1076"/>
          <ac:spMkLst>
            <pc:docMk/>
            <pc:sldMk cId="2743473658" sldId="278"/>
            <ac:spMk id="15" creationId="{A4444F3D-DFBE-F6D7-9D5A-4670B94E06A7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7:20:44.660" v="1191"/>
          <ac:spMkLst>
            <pc:docMk/>
            <pc:sldMk cId="2743473658" sldId="278"/>
            <ac:spMk id="16" creationId="{02E797C8-A17F-620F-C7A9-A52D1AC50BF7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7:20:28.720" v="1187"/>
          <ac:spMkLst>
            <pc:docMk/>
            <pc:sldMk cId="2743473658" sldId="278"/>
            <ac:spMk id="17" creationId="{4A1AC14A-C740-59EC-567C-41387765906F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7:07:52.583" v="1008"/>
          <ac:spMkLst>
            <pc:docMk/>
            <pc:sldMk cId="2743473658" sldId="278"/>
            <ac:spMk id="18" creationId="{D2574BDA-7262-6E4E-E5FC-109396EE1EEF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23:02.257" v="1260" actId="20577"/>
          <ac:spMkLst>
            <pc:docMk/>
            <pc:sldMk cId="2743473658" sldId="278"/>
            <ac:spMk id="19" creationId="{08C22117-5883-F2D6-0519-6D5E3EE3E645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07:23:55.712" v="1304" actId="14100"/>
          <ac:spMkLst>
            <pc:docMk/>
            <pc:sldMk cId="2743473658" sldId="278"/>
            <ac:spMk id="20" creationId="{32E4DC7D-6FD2-7BA1-01DC-B72398698B3A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7:08:18.365" v="1012"/>
          <ac:spMkLst>
            <pc:docMk/>
            <pc:sldMk cId="2743473658" sldId="278"/>
            <ac:spMk id="21" creationId="{A1795A2C-430D-F4D5-7916-551101E0967C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7:08:35.397" v="1021"/>
          <ac:spMkLst>
            <pc:docMk/>
            <pc:sldMk cId="2743473658" sldId="278"/>
            <ac:spMk id="24" creationId="{84A00486-B7E7-6529-68F7-3195A3D39926}"/>
          </ac:spMkLst>
        </pc:spChg>
        <pc:spChg chg="add del mod">
          <ac:chgData name="Robin Miranda (RIT Student)" userId="S::rm2688@rit.edu::8b7797be-1dc8-4e08-a442-05958c46a9ab" providerId="AD" clId="Web-{5AEA1DA9-6410-FDFC-5C58-879411001E41}" dt="2024-02-11T07:10:04.040" v="1029"/>
          <ac:spMkLst>
            <pc:docMk/>
            <pc:sldMk cId="2743473658" sldId="278"/>
            <ac:spMk id="27" creationId="{5901EBA1-BD87-40FF-2274-86448C7DF19D}"/>
          </ac:spMkLst>
        </pc:spChg>
        <pc:picChg chg="add mod">
          <ac:chgData name="Robin Miranda (RIT Student)" userId="S::rm2688@rit.edu::8b7797be-1dc8-4e08-a442-05958c46a9ab" providerId="AD" clId="Web-{5AEA1DA9-6410-FDFC-5C58-879411001E41}" dt="2024-02-11T07:16:40.758" v="1066" actId="1076"/>
          <ac:picMkLst>
            <pc:docMk/>
            <pc:sldMk cId="2743473658" sldId="278"/>
            <ac:picMk id="3" creationId="{440039E7-F3AE-2197-EC71-AEDAA3EE7FEB}"/>
          </ac:picMkLst>
        </pc:picChg>
        <pc:picChg chg="add del mod ord">
          <ac:chgData name="Robin Miranda (RIT Student)" userId="S::rm2688@rit.edu::8b7797be-1dc8-4e08-a442-05958c46a9ab" providerId="AD" clId="Web-{5AEA1DA9-6410-FDFC-5C58-879411001E41}" dt="2024-02-11T07:07:24.302" v="1007"/>
          <ac:picMkLst>
            <pc:docMk/>
            <pc:sldMk cId="2743473658" sldId="278"/>
            <ac:picMk id="16" creationId="{4ED245C0-EF61-6D35-F194-3FE82A0D8ADE}"/>
          </ac:picMkLst>
        </pc:picChg>
        <pc:picChg chg="add del mod ord">
          <ac:chgData name="Robin Miranda (RIT Student)" userId="S::rm2688@rit.edu::8b7797be-1dc8-4e08-a442-05958c46a9ab" providerId="AD" clId="Web-{5AEA1DA9-6410-FDFC-5C58-879411001E41}" dt="2024-02-11T07:07:58.646" v="1011"/>
          <ac:picMkLst>
            <pc:docMk/>
            <pc:sldMk cId="2743473658" sldId="278"/>
            <ac:picMk id="19" creationId="{6B6625A0-F5A4-0CE6-0677-1141FD8CFE7C}"/>
          </ac:picMkLst>
        </pc:picChg>
        <pc:picChg chg="add del mod ord modCrop">
          <ac:chgData name="Robin Miranda (RIT Student)" userId="S::rm2688@rit.edu::8b7797be-1dc8-4e08-a442-05958c46a9ab" providerId="AD" clId="Web-{5AEA1DA9-6410-FDFC-5C58-879411001E41}" dt="2024-02-11T07:08:33.366" v="1020"/>
          <ac:picMkLst>
            <pc:docMk/>
            <pc:sldMk cId="2743473658" sldId="278"/>
            <ac:picMk id="22" creationId="{9F44478C-CAB3-ADDD-7B46-B36CF2A1BBB4}"/>
          </ac:picMkLst>
        </pc:picChg>
        <pc:picChg chg="add del mod ord">
          <ac:chgData name="Robin Miranda (RIT Student)" userId="S::rm2688@rit.edu::8b7797be-1dc8-4e08-a442-05958c46a9ab" providerId="AD" clId="Web-{5AEA1DA9-6410-FDFC-5C58-879411001E41}" dt="2024-02-11T07:09:10.742" v="1028"/>
          <ac:picMkLst>
            <pc:docMk/>
            <pc:sldMk cId="2743473658" sldId="278"/>
            <ac:picMk id="25" creationId="{7C37AC96-1D5C-9820-E39D-D9EC1A861E07}"/>
          </ac:picMkLst>
        </pc:picChg>
        <pc:picChg chg="add mod ord">
          <ac:chgData name="Robin Miranda (RIT Student)" userId="S::rm2688@rit.edu::8b7797be-1dc8-4e08-a442-05958c46a9ab" providerId="AD" clId="Web-{5AEA1DA9-6410-FDFC-5C58-879411001E41}" dt="2024-02-11T07:16:28.211" v="1061" actId="1076"/>
          <ac:picMkLst>
            <pc:docMk/>
            <pc:sldMk cId="2743473658" sldId="278"/>
            <ac:picMk id="28" creationId="{2C466B84-8F21-6F9A-24C4-8956C2954361}"/>
          </ac:picMkLst>
        </pc:picChg>
        <pc:picChg chg="add del mod">
          <ac:chgData name="Robin Miranda (RIT Student)" userId="S::rm2688@rit.edu::8b7797be-1dc8-4e08-a442-05958c46a9ab" providerId="AD" clId="Web-{5AEA1DA9-6410-FDFC-5C58-879411001E41}" dt="2024-02-11T07:10:37.103" v="1035"/>
          <ac:picMkLst>
            <pc:docMk/>
            <pc:sldMk cId="2743473658" sldId="278"/>
            <ac:picMk id="29" creationId="{150AD9AB-6914-395D-5E92-123B29740E13}"/>
          </ac:picMkLst>
        </pc:picChg>
        <pc:picChg chg="add mod">
          <ac:chgData name="Robin Miranda (RIT Student)" userId="S::rm2688@rit.edu::8b7797be-1dc8-4e08-a442-05958c46a9ab" providerId="AD" clId="Web-{5AEA1DA9-6410-FDFC-5C58-879411001E41}" dt="2024-02-11T07:16:28.227" v="1062" actId="1076"/>
          <ac:picMkLst>
            <pc:docMk/>
            <pc:sldMk cId="2743473658" sldId="278"/>
            <ac:picMk id="30" creationId="{D775AB44-74E2-23D0-A4F1-2129CFA8685A}"/>
          </ac:picMkLst>
        </pc:picChg>
        <pc:picChg chg="add del mod">
          <ac:chgData name="Robin Miranda (RIT Student)" userId="S::rm2688@rit.edu::8b7797be-1dc8-4e08-a442-05958c46a9ab" providerId="AD" clId="Web-{5AEA1DA9-6410-FDFC-5C58-879411001E41}" dt="2024-02-11T07:13:08.674" v="1046"/>
          <ac:picMkLst>
            <pc:docMk/>
            <pc:sldMk cId="2743473658" sldId="278"/>
            <ac:picMk id="31" creationId="{9F73BBC3-12D2-A424-185B-1D92EAE07139}"/>
          </ac:picMkLst>
        </pc:picChg>
        <pc:picChg chg="add del mod">
          <ac:chgData name="Robin Miranda (RIT Student)" userId="S::rm2688@rit.edu::8b7797be-1dc8-4e08-a442-05958c46a9ab" providerId="AD" clId="Web-{5AEA1DA9-6410-FDFC-5C58-879411001E41}" dt="2024-02-11T07:14:21.848" v="1048"/>
          <ac:picMkLst>
            <pc:docMk/>
            <pc:sldMk cId="2743473658" sldId="278"/>
            <ac:picMk id="32" creationId="{2F37EF2F-EB02-3BF6-76D2-4CF5CD90DE73}"/>
          </ac:picMkLst>
        </pc:picChg>
        <pc:cxnChg chg="add mod">
          <ac:chgData name="Robin Miranda (RIT Student)" userId="S::rm2688@rit.edu::8b7797be-1dc8-4e08-a442-05958c46a9ab" providerId="AD" clId="Web-{5AEA1DA9-6410-FDFC-5C58-879411001E41}" dt="2024-02-11T07:17:12.634" v="1074" actId="14100"/>
          <ac:cxnSpMkLst>
            <pc:docMk/>
            <pc:sldMk cId="2743473658" sldId="278"/>
            <ac:cxnSpMk id="7" creationId="{6F31C960-A2BA-E946-6C92-F596F51EF1D9}"/>
          </ac:cxnSpMkLst>
        </pc:cxnChg>
        <pc:cxnChg chg="add del">
          <ac:chgData name="Robin Miranda (RIT Student)" userId="S::rm2688@rit.edu::8b7797be-1dc8-4e08-a442-05958c46a9ab" providerId="AD" clId="Web-{5AEA1DA9-6410-FDFC-5C58-879411001E41}" dt="2024-02-11T07:05:10.861" v="984"/>
          <ac:cxnSpMkLst>
            <pc:docMk/>
            <pc:sldMk cId="2743473658" sldId="278"/>
            <ac:cxnSpMk id="9" creationId="{89C0ECBD-3DC9-E64A-B987-97BD9545AD36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7:20:03.860" v="1178" actId="1076"/>
          <ac:cxnSpMkLst>
            <pc:docMk/>
            <pc:sldMk cId="2743473658" sldId="278"/>
            <ac:cxnSpMk id="10" creationId="{9BADB41B-3049-1518-6F26-576D9B9EF1A4}"/>
          </ac:cxnSpMkLst>
        </pc:cxnChg>
        <pc:cxnChg chg="add mod">
          <ac:chgData name="Robin Miranda (RIT Student)" userId="S::rm2688@rit.edu::8b7797be-1dc8-4e08-a442-05958c46a9ab" providerId="AD" clId="Web-{5AEA1DA9-6410-FDFC-5C58-879411001E41}" dt="2024-02-11T07:19:59.718" v="1176" actId="1076"/>
          <ac:cxnSpMkLst>
            <pc:docMk/>
            <pc:sldMk cId="2743473658" sldId="278"/>
            <ac:cxnSpMk id="12" creationId="{549FEEA6-F293-FD75-49E1-B2091AA25D87}"/>
          </ac:cxnSpMkLst>
        </pc:cxnChg>
        <pc:cxnChg chg="add del">
          <ac:chgData name="Robin Miranda (RIT Student)" userId="S::rm2688@rit.edu::8b7797be-1dc8-4e08-a442-05958c46a9ab" providerId="AD" clId="Web-{5AEA1DA9-6410-FDFC-5C58-879411001E41}" dt="2024-02-11T07:05:16.001" v="988"/>
          <ac:cxnSpMkLst>
            <pc:docMk/>
            <pc:sldMk cId="2743473658" sldId="278"/>
            <ac:cxnSpMk id="13" creationId="{6822927C-4E70-E514-96CD-9DC14F042999}"/>
          </ac:cxnSpMkLst>
        </pc:cxnChg>
      </pc:sldChg>
      <pc:sldChg chg="addSp modSp add del">
        <pc:chgData name="Robin Miranda (RIT Student)" userId="S::rm2688@rit.edu::8b7797be-1dc8-4e08-a442-05958c46a9ab" providerId="AD" clId="Web-{5AEA1DA9-6410-FDFC-5C58-879411001E41}" dt="2024-02-11T15:46:57.874" v="1487"/>
        <pc:sldMkLst>
          <pc:docMk/>
          <pc:sldMk cId="3777647705" sldId="278"/>
        </pc:sldMkLst>
        <pc:spChg chg="mod">
          <ac:chgData name="Robin Miranda (RIT Student)" userId="S::rm2688@rit.edu::8b7797be-1dc8-4e08-a442-05958c46a9ab" providerId="AD" clId="Web-{5AEA1DA9-6410-FDFC-5C58-879411001E41}" dt="2024-02-11T07:33:24.726" v="1370" actId="20577"/>
          <ac:spMkLst>
            <pc:docMk/>
            <pc:sldMk cId="3777647705" sldId="278"/>
            <ac:spMk id="2" creationId="{E334C6D1-8E0E-5861-70F4-294BEBDDC4C8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15:46:18.419" v="1485" actId="20577"/>
          <ac:spMkLst>
            <pc:docMk/>
            <pc:sldMk cId="3777647705" sldId="278"/>
            <ac:spMk id="11" creationId="{6BD9D6BD-8601-AD85-939B-4363CA0974CF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07:25:54.366" v="1318" actId="14100"/>
          <ac:spMkLst>
            <pc:docMk/>
            <pc:sldMk cId="3777647705" sldId="278"/>
            <ac:spMk id="13" creationId="{0CE7BDEB-14FD-A72C-DF84-88B00BA15B82}"/>
          </ac:spMkLst>
        </pc:spChg>
        <pc:spChg chg="add mod">
          <ac:chgData name="Robin Miranda (RIT Student)" userId="S::rm2688@rit.edu::8b7797be-1dc8-4e08-a442-05958c46a9ab" providerId="AD" clId="Web-{5AEA1DA9-6410-FDFC-5C58-879411001E41}" dt="2024-02-11T15:42:51.987" v="1480" actId="14100"/>
          <ac:spMkLst>
            <pc:docMk/>
            <pc:sldMk cId="3777647705" sldId="278"/>
            <ac:spMk id="14" creationId="{9E31C75E-F5D2-6BDB-4B7E-1BDE4CC7DE63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5:41:38.469" v="1434" actId="1076"/>
          <ac:spMkLst>
            <pc:docMk/>
            <pc:sldMk cId="3777647705" sldId="278"/>
            <ac:spMk id="23" creationId="{14EF5230-AAE5-B127-485A-48A8F08253C6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07:25:38.700" v="1317" actId="1076"/>
          <ac:spMkLst>
            <pc:docMk/>
            <pc:sldMk cId="3777647705" sldId="278"/>
            <ac:spMk id="37" creationId="{FFB4FCF1-8B20-6313-2740-0F7799863706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5:43:50.757" v="1483" actId="1076"/>
          <ac:spMkLst>
            <pc:docMk/>
            <pc:sldMk cId="3777647705" sldId="278"/>
            <ac:spMk id="42" creationId="{F976CC6E-DC6E-1E37-D7D0-06810A4950C3}"/>
          </ac:spMkLst>
        </pc:spChg>
        <pc:cxnChg chg="add mod">
          <ac:chgData name="Robin Miranda (RIT Student)" userId="S::rm2688@rit.edu::8b7797be-1dc8-4e08-a442-05958c46a9ab" providerId="AD" clId="Web-{5AEA1DA9-6410-FDFC-5C58-879411001E41}" dt="2024-02-11T15:43:40.366" v="1482" actId="14100"/>
          <ac:cxnSpMkLst>
            <pc:docMk/>
            <pc:sldMk cId="3777647705" sldId="278"/>
            <ac:cxnSpMk id="12" creationId="{2E45C41B-2D7D-1D6C-B895-8149E88F1F77}"/>
          </ac:cxnSpMkLst>
        </pc:cxnChg>
        <pc:cxnChg chg="mod">
          <ac:chgData name="Robin Miranda (RIT Student)" userId="S::rm2688@rit.edu::8b7797be-1dc8-4e08-a442-05958c46a9ab" providerId="AD" clId="Web-{5AEA1DA9-6410-FDFC-5C58-879411001E41}" dt="2024-02-11T15:41:46.063" v="1436" actId="14100"/>
          <ac:cxnSpMkLst>
            <pc:docMk/>
            <pc:sldMk cId="3777647705" sldId="278"/>
            <ac:cxnSpMk id="22" creationId="{97B88170-80FA-B1CC-0F56-85C86946EBB3}"/>
          </ac:cxnSpMkLst>
        </pc:cxnChg>
      </pc:sldChg>
      <pc:sldChg chg="modSp">
        <pc:chgData name="Robin Miranda (RIT Student)" userId="S::rm2688@rit.edu::8b7797be-1dc8-4e08-a442-05958c46a9ab" providerId="AD" clId="Web-{5AEA1DA9-6410-FDFC-5C58-879411001E41}" dt="2024-02-11T16:00:07.789" v="1662" actId="14100"/>
        <pc:sldMkLst>
          <pc:docMk/>
          <pc:sldMk cId="1531013584" sldId="279"/>
        </pc:sldMkLst>
        <pc:spChg chg="mod">
          <ac:chgData name="Robin Miranda (RIT Student)" userId="S::rm2688@rit.edu::8b7797be-1dc8-4e08-a442-05958c46a9ab" providerId="AD" clId="Web-{5AEA1DA9-6410-FDFC-5C58-879411001E41}" dt="2024-02-11T15:57:33.502" v="1651" actId="20577"/>
          <ac:spMkLst>
            <pc:docMk/>
            <pc:sldMk cId="1531013584" sldId="279"/>
            <ac:spMk id="2" creationId="{1E7BAD51-5242-8D46-E6A3-9AE299E4920F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5:59:13.912" v="1659" actId="20577"/>
          <ac:spMkLst>
            <pc:docMk/>
            <pc:sldMk cId="1531013584" sldId="279"/>
            <ac:spMk id="3" creationId="{CFE7F32D-C015-DA3D-80A3-213951BC8328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5:59:16.755" v="1660" actId="20577"/>
          <ac:spMkLst>
            <pc:docMk/>
            <pc:sldMk cId="1531013584" sldId="279"/>
            <ac:spMk id="6" creationId="{8289274E-7D5C-9A85-EF83-97C78982E882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00:07.789" v="1662" actId="14100"/>
          <ac:spMkLst>
            <pc:docMk/>
            <pc:sldMk cId="1531013584" sldId="279"/>
            <ac:spMk id="7" creationId="{93AEE3B6-7EAC-9518-8651-9044E459979C}"/>
          </ac:spMkLst>
        </pc:spChg>
      </pc:sldChg>
      <pc:sldChg chg="add del">
        <pc:chgData name="Robin Miranda (RIT Student)" userId="S::rm2688@rit.edu::8b7797be-1dc8-4e08-a442-05958c46a9ab" providerId="AD" clId="Web-{5AEA1DA9-6410-FDFC-5C58-879411001E41}" dt="2024-02-11T16:09:39.418" v="1819"/>
        <pc:sldMkLst>
          <pc:docMk/>
          <pc:sldMk cId="2743473658" sldId="280"/>
        </pc:sldMkLst>
      </pc:sldChg>
      <pc:sldChg chg="add">
        <pc:chgData name="Robin Miranda (RIT Student)" userId="S::rm2688@rit.edu::8b7797be-1dc8-4e08-a442-05958c46a9ab" providerId="AD" clId="Web-{5AEA1DA9-6410-FDFC-5C58-879411001E41}" dt="2024-02-11T16:09:39.480" v="1820"/>
        <pc:sldMkLst>
          <pc:docMk/>
          <pc:sldMk cId="1881579192" sldId="281"/>
        </pc:sldMkLst>
      </pc:sldChg>
      <pc:sldChg chg="add del">
        <pc:chgData name="Robin Miranda (RIT Student)" userId="S::rm2688@rit.edu::8b7797be-1dc8-4e08-a442-05958c46a9ab" providerId="AD" clId="Web-{5AEA1DA9-6410-FDFC-5C58-879411001E41}" dt="2024-02-11T16:09:19.104" v="1818"/>
        <pc:sldMkLst>
          <pc:docMk/>
          <pc:sldMk cId="3777647705" sldId="281"/>
        </pc:sldMkLst>
      </pc:sldChg>
      <pc:sldChg chg="modSp add del">
        <pc:chgData name="Robin Miranda (RIT Student)" userId="S::rm2688@rit.edu::8b7797be-1dc8-4e08-a442-05958c46a9ab" providerId="AD" clId="Web-{5AEA1DA9-6410-FDFC-5C58-879411001E41}" dt="2024-02-11T15:48:46.596" v="1515"/>
        <pc:sldMkLst>
          <pc:docMk/>
          <pc:sldMk cId="803190141" sldId="282"/>
        </pc:sldMkLst>
        <pc:spChg chg="mod">
          <ac:chgData name="Robin Miranda (RIT Student)" userId="S::rm2688@rit.edu::8b7797be-1dc8-4e08-a442-05958c46a9ab" providerId="AD" clId="Web-{5AEA1DA9-6410-FDFC-5C58-879411001E41}" dt="2024-02-11T15:48:45.830" v="1514" actId="20577"/>
          <ac:spMkLst>
            <pc:docMk/>
            <pc:sldMk cId="803190141" sldId="282"/>
            <ac:spMk id="5" creationId="{00000000-0000-0000-0000-000000000000}"/>
          </ac:spMkLst>
        </pc:spChg>
      </pc:sldChg>
      <pc:sldChg chg="delSp modSp add">
        <pc:chgData name="Robin Miranda (RIT Student)" userId="S::rm2688@rit.edu::8b7797be-1dc8-4e08-a442-05958c46a9ab" providerId="AD" clId="Web-{5AEA1DA9-6410-FDFC-5C58-879411001E41}" dt="2024-02-11T16:10:44.560" v="1853" actId="20577"/>
        <pc:sldMkLst>
          <pc:docMk/>
          <pc:sldMk cId="1268080508" sldId="282"/>
        </pc:sldMkLst>
        <pc:spChg chg="mod">
          <ac:chgData name="Robin Miranda (RIT Student)" userId="S::rm2688@rit.edu::8b7797be-1dc8-4e08-a442-05958c46a9ab" providerId="AD" clId="Web-{5AEA1DA9-6410-FDFC-5C58-879411001E41}" dt="2024-02-11T16:10:44.560" v="1853" actId="20577"/>
          <ac:spMkLst>
            <pc:docMk/>
            <pc:sldMk cId="1268080508" sldId="282"/>
            <ac:spMk id="2" creationId="{2B7AF803-F378-2651-D7CB-EFC6DB45D954}"/>
          </ac:spMkLst>
        </pc:spChg>
        <pc:spChg chg="del mod">
          <ac:chgData name="Robin Miranda (RIT Student)" userId="S::rm2688@rit.edu::8b7797be-1dc8-4e08-a442-05958c46a9ab" providerId="AD" clId="Web-{5AEA1DA9-6410-FDFC-5C58-879411001E41}" dt="2024-02-11T16:10:00.559" v="1827"/>
          <ac:spMkLst>
            <pc:docMk/>
            <pc:sldMk cId="1268080508" sldId="282"/>
            <ac:spMk id="3" creationId="{ACF8A971-F8B1-906E-9014-9ABE7C655775}"/>
          </ac:spMkLst>
        </pc:spChg>
        <pc:spChg chg="mod">
          <ac:chgData name="Robin Miranda (RIT Student)" userId="S::rm2688@rit.edu::8b7797be-1dc8-4e08-a442-05958c46a9ab" providerId="AD" clId="Web-{5AEA1DA9-6410-FDFC-5C58-879411001E41}" dt="2024-02-11T16:10:16.950" v="1832" actId="1076"/>
          <ac:spMkLst>
            <pc:docMk/>
            <pc:sldMk cId="1268080508" sldId="282"/>
            <ac:spMk id="6" creationId="{D7B5D150-D18E-8198-856C-BFB5B68740FA}"/>
          </ac:spMkLst>
        </pc:spChg>
        <pc:picChg chg="mod">
          <ac:chgData name="Robin Miranda (RIT Student)" userId="S::rm2688@rit.edu::8b7797be-1dc8-4e08-a442-05958c46a9ab" providerId="AD" clId="Web-{5AEA1DA9-6410-FDFC-5C58-879411001E41}" dt="2024-02-11T16:10:12.184" v="1830" actId="1076"/>
          <ac:picMkLst>
            <pc:docMk/>
            <pc:sldMk cId="1268080508" sldId="282"/>
            <ac:picMk id="5" creationId="{2F7DB9A0-CD5F-D721-E0F4-EDB152E7A518}"/>
          </ac:picMkLst>
        </pc:picChg>
        <pc:picChg chg="del">
          <ac:chgData name="Robin Miranda (RIT Student)" userId="S::rm2688@rit.edu::8b7797be-1dc8-4e08-a442-05958c46a9ab" providerId="AD" clId="Web-{5AEA1DA9-6410-FDFC-5C58-879411001E41}" dt="2024-02-11T16:09:54.652" v="1824"/>
          <ac:picMkLst>
            <pc:docMk/>
            <pc:sldMk cId="1268080508" sldId="282"/>
            <ac:picMk id="7" creationId="{38B2B9DC-8C63-9E95-8514-87F3F98A9F8F}"/>
          </ac:picMkLst>
        </pc:picChg>
        <pc:picChg chg="del">
          <ac:chgData name="Robin Miranda (RIT Student)" userId="S::rm2688@rit.edu::8b7797be-1dc8-4e08-a442-05958c46a9ab" providerId="AD" clId="Web-{5AEA1DA9-6410-FDFC-5C58-879411001E41}" dt="2024-02-11T16:09:54.027" v="1823"/>
          <ac:picMkLst>
            <pc:docMk/>
            <pc:sldMk cId="1268080508" sldId="282"/>
            <ac:picMk id="8" creationId="{2BD47EA7-F3F8-7B2E-9089-FFB45C4A44BE}"/>
          </ac:picMkLst>
        </pc:picChg>
      </pc:sldChg>
      <pc:sldChg chg="add">
        <pc:chgData name="Robin Miranda (RIT Student)" userId="S::rm2688@rit.edu::8b7797be-1dc8-4e08-a442-05958c46a9ab" providerId="AD" clId="Web-{5AEA1DA9-6410-FDFC-5C58-879411001E41}" dt="2024-02-11T16:09:39.777" v="1822"/>
        <pc:sldMkLst>
          <pc:docMk/>
          <pc:sldMk cId="3777647705" sldId="283"/>
        </pc:sldMkLst>
      </pc:sldChg>
      <pc:sldMasterChg chg="modTransition modSldLayout">
        <pc:chgData name="Robin Miranda (RIT Student)" userId="S::rm2688@rit.edu::8b7797be-1dc8-4e08-a442-05958c46a9ab" providerId="AD" clId="Web-{5AEA1DA9-6410-FDFC-5C58-879411001E41}" dt="2024-02-11T06:00:37.610" v="197"/>
        <pc:sldMasterMkLst>
          <pc:docMk/>
          <pc:sldMasterMk cId="1234841287" sldId="2147483648"/>
        </pc:sldMasterMkLst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964903952" sldId="2147483649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3032576693" sldId="2147483650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3875988050" sldId="2147483651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3090140458" sldId="2147483652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596330943" sldId="2147483653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2091326403" sldId="2147483654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1627472820" sldId="2147483655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2860415299" sldId="2147483656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3821529016" sldId="2147483657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412761177" sldId="2147483658"/>
          </pc:sldLayoutMkLst>
        </pc:sldLayoutChg>
        <pc:sldLayoutChg chg="modTransition">
          <pc:chgData name="Robin Miranda (RIT Student)" userId="S::rm2688@rit.edu::8b7797be-1dc8-4e08-a442-05958c46a9ab" providerId="AD" clId="Web-{5AEA1DA9-6410-FDFC-5C58-879411001E41}" dt="2024-02-11T06:00:37.610" v="197"/>
          <pc:sldLayoutMkLst>
            <pc:docMk/>
            <pc:sldMasterMk cId="1234841287" sldId="2147483648"/>
            <pc:sldLayoutMk cId="2719478752" sldId="2147483659"/>
          </pc:sldLayoutMkLst>
        </pc:sldLayoutChg>
      </pc:sldMasterChg>
    </pc:docChg>
  </pc:docChgLst>
  <pc:docChgLst>
    <pc:chgData name="Tejaswini Lingaraddi Vantigodi (RIT Student)" userId="S::tv8913@rit.edu::f564f9a9-df5b-461c-b894-c4c67b80ee71" providerId="AD" clId="Web-{3D083DAB-CD9F-7ADF-E1F2-A20D604EBA6B}"/>
    <pc:docChg chg="modSld">
      <pc:chgData name="Tejaswini Lingaraddi Vantigodi (RIT Student)" userId="S::tv8913@rit.edu::f564f9a9-df5b-461c-b894-c4c67b80ee71" providerId="AD" clId="Web-{3D083DAB-CD9F-7ADF-E1F2-A20D604EBA6B}" dt="2024-02-11T17:31:26.331" v="89" actId="20577"/>
      <pc:docMkLst>
        <pc:docMk/>
      </pc:docMkLst>
      <pc:sldChg chg="modSp">
        <pc:chgData name="Tejaswini Lingaraddi Vantigodi (RIT Student)" userId="S::tv8913@rit.edu::f564f9a9-df5b-461c-b894-c4c67b80ee71" providerId="AD" clId="Web-{3D083DAB-CD9F-7ADF-E1F2-A20D604EBA6B}" dt="2024-02-11T17:31:26.331" v="89" actId="20577"/>
        <pc:sldMkLst>
          <pc:docMk/>
          <pc:sldMk cId="289917202" sldId="267"/>
        </pc:sldMkLst>
        <pc:spChg chg="mod">
          <ac:chgData name="Tejaswini Lingaraddi Vantigodi (RIT Student)" userId="S::tv8913@rit.edu::f564f9a9-df5b-461c-b894-c4c67b80ee71" providerId="AD" clId="Web-{3D083DAB-CD9F-7ADF-E1F2-A20D604EBA6B}" dt="2024-02-11T17:31:26.331" v="89" actId="20577"/>
          <ac:spMkLst>
            <pc:docMk/>
            <pc:sldMk cId="289917202" sldId="267"/>
            <ac:spMk id="4" creationId="{42F3CD0E-5950-493E-872E-9FC6E49A8D4A}"/>
          </ac:spMkLst>
        </pc:spChg>
      </pc:sldChg>
      <pc:sldChg chg="modSp">
        <pc:chgData name="Tejaswini Lingaraddi Vantigodi (RIT Student)" userId="S::tv8913@rit.edu::f564f9a9-df5b-461c-b894-c4c67b80ee71" providerId="AD" clId="Web-{3D083DAB-CD9F-7ADF-E1F2-A20D604EBA6B}" dt="2024-02-11T15:48:25.119" v="18" actId="1076"/>
        <pc:sldMkLst>
          <pc:docMk/>
          <pc:sldMk cId="1531013584" sldId="279"/>
        </pc:sldMkLst>
        <pc:spChg chg="mod">
          <ac:chgData name="Tejaswini Lingaraddi Vantigodi (RIT Student)" userId="S::tv8913@rit.edu::f564f9a9-df5b-461c-b894-c4c67b80ee71" providerId="AD" clId="Web-{3D083DAB-CD9F-7ADF-E1F2-A20D604EBA6B}" dt="2024-02-11T15:48:25.119" v="18" actId="1076"/>
          <ac:spMkLst>
            <pc:docMk/>
            <pc:sldMk cId="1531013584" sldId="279"/>
            <ac:spMk id="2" creationId="{1E7BAD51-5242-8D46-E6A3-9AE299E4920F}"/>
          </ac:spMkLst>
        </pc:spChg>
        <pc:spChg chg="mod">
          <ac:chgData name="Tejaswini Lingaraddi Vantigodi (RIT Student)" userId="S::tv8913@rit.edu::f564f9a9-df5b-461c-b894-c4c67b80ee71" providerId="AD" clId="Web-{3D083DAB-CD9F-7ADF-E1F2-A20D604EBA6B}" dt="2024-02-11T15:47:55.415" v="8" actId="14100"/>
          <ac:spMkLst>
            <pc:docMk/>
            <pc:sldMk cId="1531013584" sldId="279"/>
            <ac:spMk id="3" creationId="{CFE7F32D-C015-DA3D-80A3-213951BC8328}"/>
          </ac:spMkLst>
        </pc:spChg>
        <pc:spChg chg="mod">
          <ac:chgData name="Tejaswini Lingaraddi Vantigodi (RIT Student)" userId="S::tv8913@rit.edu::f564f9a9-df5b-461c-b894-c4c67b80ee71" providerId="AD" clId="Web-{3D083DAB-CD9F-7ADF-E1F2-A20D604EBA6B}" dt="2024-02-11T15:48:02.493" v="13" actId="20577"/>
          <ac:spMkLst>
            <pc:docMk/>
            <pc:sldMk cId="1531013584" sldId="279"/>
            <ac:spMk id="6" creationId="{8289274E-7D5C-9A85-EF83-97C78982E882}"/>
          </ac:spMkLst>
        </pc:spChg>
        <pc:spChg chg="mod">
          <ac:chgData name="Tejaswini Lingaraddi Vantigodi (RIT Student)" userId="S::tv8913@rit.edu::f564f9a9-df5b-461c-b894-c4c67b80ee71" providerId="AD" clId="Web-{3D083DAB-CD9F-7ADF-E1F2-A20D604EBA6B}" dt="2024-02-11T15:48:13.478" v="17" actId="1076"/>
          <ac:spMkLst>
            <pc:docMk/>
            <pc:sldMk cId="1531013584" sldId="279"/>
            <ac:spMk id="7" creationId="{93AEE3B6-7EAC-9518-8651-9044E459979C}"/>
          </ac:spMkLst>
        </pc:spChg>
      </pc:sldChg>
      <pc:sldChg chg="modSp">
        <pc:chgData name="Tejaswini Lingaraddi Vantigodi (RIT Student)" userId="S::tv8913@rit.edu::f564f9a9-df5b-461c-b894-c4c67b80ee71" providerId="AD" clId="Web-{3D083DAB-CD9F-7ADF-E1F2-A20D604EBA6B}" dt="2024-02-11T17:14:01.110" v="31" actId="14100"/>
        <pc:sldMkLst>
          <pc:docMk/>
          <pc:sldMk cId="2743473658" sldId="280"/>
        </pc:sldMkLst>
        <pc:spChg chg="mod">
          <ac:chgData name="Tejaswini Lingaraddi Vantigodi (RIT Student)" userId="S::tv8913@rit.edu::f564f9a9-df5b-461c-b894-c4c67b80ee71" providerId="AD" clId="Web-{3D083DAB-CD9F-7ADF-E1F2-A20D604EBA6B}" dt="2024-02-11T17:13:41.953" v="29" actId="1076"/>
          <ac:spMkLst>
            <pc:docMk/>
            <pc:sldMk cId="2743473658" sldId="280"/>
            <ac:spMk id="4" creationId="{8AFCB52D-70C6-495D-6316-D581A94A98D5}"/>
          </ac:spMkLst>
        </pc:spChg>
        <pc:spChg chg="mod">
          <ac:chgData name="Tejaswini Lingaraddi Vantigodi (RIT Student)" userId="S::tv8913@rit.edu::f564f9a9-df5b-461c-b894-c4c67b80ee71" providerId="AD" clId="Web-{3D083DAB-CD9F-7ADF-E1F2-A20D604EBA6B}" dt="2024-02-11T17:13:55.735" v="30"/>
          <ac:spMkLst>
            <pc:docMk/>
            <pc:sldMk cId="2743473658" sldId="280"/>
            <ac:spMk id="9" creationId="{E7FC819B-6700-2094-BA1B-B2E21472290A}"/>
          </ac:spMkLst>
        </pc:spChg>
        <pc:spChg chg="mod">
          <ac:chgData name="Tejaswini Lingaraddi Vantigodi (RIT Student)" userId="S::tv8913@rit.edu::f564f9a9-df5b-461c-b894-c4c67b80ee71" providerId="AD" clId="Web-{3D083DAB-CD9F-7ADF-E1F2-A20D604EBA6B}" dt="2024-02-11T17:14:01.110" v="31" actId="14100"/>
          <ac:spMkLst>
            <pc:docMk/>
            <pc:sldMk cId="2743473658" sldId="280"/>
            <ac:spMk id="11" creationId="{1703E3CD-CBD8-97CB-C582-5F4205A79E51}"/>
          </ac:spMkLst>
        </pc:spChg>
        <pc:spChg chg="mod">
          <ac:chgData name="Tejaswini Lingaraddi Vantigodi (RIT Student)" userId="S::tv8913@rit.edu::f564f9a9-df5b-461c-b894-c4c67b80ee71" providerId="AD" clId="Web-{3D083DAB-CD9F-7ADF-E1F2-A20D604EBA6B}" dt="2024-02-11T17:13:35.922" v="28" actId="20577"/>
          <ac:spMkLst>
            <pc:docMk/>
            <pc:sldMk cId="2743473658" sldId="280"/>
            <ac:spMk id="20" creationId="{32E4DC7D-6FD2-7BA1-01DC-B72398698B3A}"/>
          </ac:spMkLst>
        </pc:spChg>
      </pc:sldChg>
    </pc:docChg>
  </pc:docChgLst>
  <pc:docChgLst>
    <pc:chgData name="Tejaswini Lingaraddi Vantigodi (RIT Student)" userId="S::tv8913@rit.edu::f564f9a9-df5b-461c-b894-c4c67b80ee71" providerId="AD" clId="Web-{44B448DF-8C60-EA37-0DC3-0AE3B4711ACD}"/>
    <pc:docChg chg="modSld">
      <pc:chgData name="Tejaswini Lingaraddi Vantigodi (RIT Student)" userId="S::tv8913@rit.edu::f564f9a9-df5b-461c-b894-c4c67b80ee71" providerId="AD" clId="Web-{44B448DF-8C60-EA37-0DC3-0AE3B4711ACD}" dt="2024-02-19T01:44:46.047" v="1"/>
      <pc:docMkLst>
        <pc:docMk/>
      </pc:docMkLst>
      <pc:sldChg chg="addSp delSp">
        <pc:chgData name="Tejaswini Lingaraddi Vantigodi (RIT Student)" userId="S::tv8913@rit.edu::f564f9a9-df5b-461c-b894-c4c67b80ee71" providerId="AD" clId="Web-{44B448DF-8C60-EA37-0DC3-0AE3B4711ACD}" dt="2024-02-19T01:44:46.047" v="1"/>
        <pc:sldMkLst>
          <pc:docMk/>
          <pc:sldMk cId="3520232853" sldId="285"/>
        </pc:sldMkLst>
        <pc:picChg chg="add del">
          <ac:chgData name="Tejaswini Lingaraddi Vantigodi (RIT Student)" userId="S::tv8913@rit.edu::f564f9a9-df5b-461c-b894-c4c67b80ee71" providerId="AD" clId="Web-{44B448DF-8C60-EA37-0DC3-0AE3B4711ACD}" dt="2024-02-19T01:44:46.047" v="1"/>
          <ac:picMkLst>
            <pc:docMk/>
            <pc:sldMk cId="3520232853" sldId="285"/>
            <ac:picMk id="5" creationId="{3A167397-2B86-BF1D-2710-8131FE14FDDE}"/>
          </ac:picMkLst>
        </pc:picChg>
      </pc:sldChg>
    </pc:docChg>
  </pc:docChgLst>
  <pc:docChgLst>
    <pc:chgData name="Anoushka Jagadeesh Puranik (RIT Student)" userId="S::ap3988@rit.edu::59cd2a5e-3750-4650-b659-c9884ad74ab8" providerId="AD" clId="Web-{FEBE84B2-453F-4103-8485-24EA8CDDB14B}"/>
    <pc:docChg chg="modSld">
      <pc:chgData name="Anoushka Jagadeesh Puranik (RIT Student)" userId="S::ap3988@rit.edu::59cd2a5e-3750-4650-b659-c9884ad74ab8" providerId="AD" clId="Web-{FEBE84B2-453F-4103-8485-24EA8CDDB14B}" dt="2024-02-11T02:03:53.797" v="224" actId="1076"/>
      <pc:docMkLst>
        <pc:docMk/>
      </pc:docMkLst>
      <pc:sldChg chg="modSp">
        <pc:chgData name="Anoushka Jagadeesh Puranik (RIT Student)" userId="S::ap3988@rit.edu::59cd2a5e-3750-4650-b659-c9884ad74ab8" providerId="AD" clId="Web-{FEBE84B2-453F-4103-8485-24EA8CDDB14B}" dt="2024-02-11T02:03:53.797" v="224" actId="1076"/>
        <pc:sldMkLst>
          <pc:docMk/>
          <pc:sldMk cId="3745721847" sldId="259"/>
        </pc:sldMkLst>
        <pc:spChg chg="mod">
          <ac:chgData name="Anoushka Jagadeesh Puranik (RIT Student)" userId="S::ap3988@rit.edu::59cd2a5e-3750-4650-b659-c9884ad74ab8" providerId="AD" clId="Web-{FEBE84B2-453F-4103-8485-24EA8CDDB14B}" dt="2024-02-11T02:03:53.797" v="224" actId="1076"/>
          <ac:spMkLst>
            <pc:docMk/>
            <pc:sldMk cId="3745721847" sldId="259"/>
            <ac:spMk id="5" creationId="{00000000-0000-0000-0000-000000000000}"/>
          </ac:spMkLst>
        </pc:spChg>
      </pc:sldChg>
    </pc:docChg>
  </pc:docChgLst>
  <pc:docChgLst>
    <pc:chgData name="Anoushka Jagadeesh Puranik (RIT Student)" userId="S::ap3988@rit.edu::59cd2a5e-3750-4650-b659-c9884ad74ab8" providerId="AD" clId="Web-{5549C635-5468-76BA-75B9-3FE51B4A2165}"/>
    <pc:docChg chg="modSld">
      <pc:chgData name="Anoushka Jagadeesh Puranik (RIT Student)" userId="S::ap3988@rit.edu::59cd2a5e-3750-4650-b659-c9884ad74ab8" providerId="AD" clId="Web-{5549C635-5468-76BA-75B9-3FE51B4A2165}" dt="2024-02-10T18:51:32.990" v="0" actId="20577"/>
      <pc:docMkLst>
        <pc:docMk/>
      </pc:docMkLst>
      <pc:sldChg chg="modSp">
        <pc:chgData name="Anoushka Jagadeesh Puranik (RIT Student)" userId="S::ap3988@rit.edu::59cd2a5e-3750-4650-b659-c9884ad74ab8" providerId="AD" clId="Web-{5549C635-5468-76BA-75B9-3FE51B4A2165}" dt="2024-02-10T18:51:32.990" v="0" actId="20577"/>
        <pc:sldMkLst>
          <pc:docMk/>
          <pc:sldMk cId="3117309073" sldId="257"/>
        </pc:sldMkLst>
        <pc:spChg chg="mod">
          <ac:chgData name="Anoushka Jagadeesh Puranik (RIT Student)" userId="S::ap3988@rit.edu::59cd2a5e-3750-4650-b659-c9884ad74ab8" providerId="AD" clId="Web-{5549C635-5468-76BA-75B9-3FE51B4A2165}" dt="2024-02-10T18:51:32.990" v="0" actId="20577"/>
          <ac:spMkLst>
            <pc:docMk/>
            <pc:sldMk cId="3117309073" sldId="257"/>
            <ac:spMk id="7" creationId="{00000000-0000-0000-0000-000000000000}"/>
          </ac:spMkLst>
        </pc:spChg>
      </pc:sldChg>
    </pc:docChg>
  </pc:docChgLst>
  <pc:docChgLst>
    <pc:chgData name="Ankita Sindhu (RIT Student)" userId="S::as5767@rit.edu::892c271f-df11-4c9d-8340-089853bc83bc" providerId="AD" clId="Web-{8E6391F6-D81D-CC00-FD70-3CBE8EC5149B}"/>
    <pc:docChg chg="addSld modSld">
      <pc:chgData name="Ankita Sindhu (RIT Student)" userId="S::as5767@rit.edu::892c271f-df11-4c9d-8340-089853bc83bc" providerId="AD" clId="Web-{8E6391F6-D81D-CC00-FD70-3CBE8EC5149B}" dt="2024-02-10T19:46:44.384" v="79" actId="1076"/>
      <pc:docMkLst>
        <pc:docMk/>
      </pc:docMkLst>
      <pc:sldChg chg="addSp modSp new">
        <pc:chgData name="Ankita Sindhu (RIT Student)" userId="S::as5767@rit.edu::892c271f-df11-4c9d-8340-089853bc83bc" providerId="AD" clId="Web-{8E6391F6-D81D-CC00-FD70-3CBE8EC5149B}" dt="2024-02-10T19:46:44.384" v="79" actId="1076"/>
        <pc:sldMkLst>
          <pc:docMk/>
          <pc:sldMk cId="1268080508" sldId="270"/>
        </pc:sldMkLst>
        <pc:spChg chg="mod">
          <ac:chgData name="Ankita Sindhu (RIT Student)" userId="S::as5767@rit.edu::892c271f-df11-4c9d-8340-089853bc83bc" providerId="AD" clId="Web-{8E6391F6-D81D-CC00-FD70-3CBE8EC5149B}" dt="2024-02-10T19:32:59.742" v="11" actId="20577"/>
          <ac:spMkLst>
            <pc:docMk/>
            <pc:sldMk cId="1268080508" sldId="270"/>
            <ac:spMk id="2" creationId="{2B7AF803-F378-2651-D7CB-EFC6DB45D954}"/>
          </ac:spMkLst>
        </pc:spChg>
        <pc:spChg chg="mod">
          <ac:chgData name="Ankita Sindhu (RIT Student)" userId="S::as5767@rit.edu::892c271f-df11-4c9d-8340-089853bc83bc" providerId="AD" clId="Web-{8E6391F6-D81D-CC00-FD70-3CBE8EC5149B}" dt="2024-02-10T19:38:02.983" v="57" actId="20577"/>
          <ac:spMkLst>
            <pc:docMk/>
            <pc:sldMk cId="1268080508" sldId="270"/>
            <ac:spMk id="3" creationId="{ACF8A971-F8B1-906E-9014-9ABE7C655775}"/>
          </ac:spMkLst>
        </pc:spChg>
        <pc:spChg chg="add mod">
          <ac:chgData name="Ankita Sindhu (RIT Student)" userId="S::as5767@rit.edu::892c271f-df11-4c9d-8340-089853bc83bc" providerId="AD" clId="Web-{8E6391F6-D81D-CC00-FD70-3CBE8EC5149B}" dt="2024-02-10T19:46:44.384" v="79" actId="1076"/>
          <ac:spMkLst>
            <pc:docMk/>
            <pc:sldMk cId="1268080508" sldId="270"/>
            <ac:spMk id="6" creationId="{D7B5D150-D18E-8198-856C-BFB5B68740FA}"/>
          </ac:spMkLst>
        </pc:spChg>
        <pc:picChg chg="add mod">
          <ac:chgData name="Ankita Sindhu (RIT Student)" userId="S::as5767@rit.edu::892c271f-df11-4c9d-8340-089853bc83bc" providerId="AD" clId="Web-{8E6391F6-D81D-CC00-FD70-3CBE8EC5149B}" dt="2024-02-10T19:44:08.591" v="62" actId="14100"/>
          <ac:picMkLst>
            <pc:docMk/>
            <pc:sldMk cId="1268080508" sldId="270"/>
            <ac:picMk id="5" creationId="{2F7DB9A0-CD5F-D721-E0F4-EDB152E7A518}"/>
          </ac:picMkLst>
        </pc:picChg>
      </pc:sldChg>
    </pc:docChg>
  </pc:docChgLst>
</pc:chgInfo>
</file>

<file path=ppt/comments/modernComment_108_998A55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965754-50EF-4619-B8DE-C1E73CC27113}" authorId="{608F78EC-B5B9-83E4-BEBF-354FE837F59E}" created="2024-02-11T01:10:03.537">
    <pc:sldMkLst xmlns:pc="http://schemas.microsoft.com/office/powerpoint/2013/main/command">
      <pc:docMk/>
      <pc:sldMk cId="2575979830" sldId="264"/>
    </pc:sldMkLst>
    <p188:replyLst>
      <p188:reply id="{B540583D-E787-4A31-BE66-D848A742B966}" authorId="{FFCFAD08-6C77-2D50-6C96-A6F3468AF743}" created="2024-02-11T01:11:56.144">
        <p188:txBody>
          <a:bodyPr/>
          <a:lstStyle/>
          <a:p>
            <a:r>
              <a:rPr lang="en-GB"/>
              <a:t>The drawings look amazing Megan, thank you!!</a:t>
            </a:r>
          </a:p>
        </p188:txBody>
      </p188:reply>
      <p188:reply id="{5B085DEF-E59B-422E-A2DD-E713108AC6D7}" authorId="{FFCFAD08-6C77-2D50-6C96-A6F3468AF743}" created="2024-02-11T01:14:02.006">
        <p188:txBody>
          <a:bodyPr/>
          <a:lstStyle/>
          <a:p>
            <a:r>
              <a:rPr lang="en-GB"/>
              <a:t>Robin is drawing one last design with an attachable hook that needs to be added, he's asking can you add the hook design?</a:t>
            </a:r>
          </a:p>
        </p188:txBody>
      </p188:reply>
      <p188:reply id="{2C8F844F-DEFD-43FD-ACF9-4B0712E36E67}" authorId="{608F78EC-B5B9-83E4-BEBF-354FE837F59E}" created="2024-02-11T01:18:15.053">
        <p188:txBody>
          <a:bodyPr/>
          <a:lstStyle/>
          <a:p>
            <a:r>
              <a:rPr lang="en-US"/>
              <a:t>okay I can add that drawing, have we printed the design yet?</a:t>
            </a:r>
          </a:p>
        </p188:txBody>
      </p188:reply>
      <p188:reply id="{863A64BF-68C1-4F81-8314-399B0E4825E4}" authorId="{FFCFAD08-6C77-2D50-6C96-A6F3468AF743}" created="2024-02-11T01:20:05.450">
        <p188:txBody>
          <a:bodyPr/>
          <a:lstStyle/>
          <a:p>
            <a:r>
              <a:rPr lang="en-GB"/>
              <a:t>yeah -- file's called 'bracket 3' design -- the circular hook has to be added to it robin says</a:t>
            </a:r>
          </a:p>
        </p188:txBody>
      </p188:reply>
      <p188:reply id="{E1C26F44-F86B-49FF-B4C5-75717F6A2DD6}" authorId="{608F78EC-B5B9-83E4-BEBF-354FE837F59E}" created="2024-02-11T01:21:01.792">
        <p188:txBody>
          <a:bodyPr/>
          <a:lstStyle/>
          <a:p>
            <a:r>
              <a:rPr lang="en-US"/>
              <a:t>ok will do</a:t>
            </a:r>
          </a:p>
        </p188:txBody>
      </p188:reply>
    </p188:replyLst>
    <p188:txBody>
      <a:bodyPr/>
      <a:lstStyle/>
      <a:p>
        <a:r>
          <a:rPr lang="en-US"/>
          <a:t>Is there anything else you guys need me to draw out?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0EB90-B4D2-4B38-9E28-9D939596B1D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69EB8E-8320-4AC1-8970-39C52739EAB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alibri"/>
              <a:cs typeface="Calibri"/>
            </a:rPr>
            <a:t>Wrist bands are easily visible, allowing caregivers and individuals to monitor and react quickly.</a:t>
          </a:r>
        </a:p>
      </dgm:t>
    </dgm:pt>
    <dgm:pt modelId="{FBECC475-5979-4744-B46E-DA98F8433550}" type="parTrans" cxnId="{A51AE7A2-8CC0-4DCF-8477-55C5EB38870F}">
      <dgm:prSet/>
      <dgm:spPr/>
      <dgm:t>
        <a:bodyPr/>
        <a:lstStyle/>
        <a:p>
          <a:endParaRPr lang="en-US"/>
        </a:p>
      </dgm:t>
    </dgm:pt>
    <dgm:pt modelId="{61ED3F16-D2B1-4176-AF75-D3F7D81C633E}" type="sibTrans" cxnId="{A51AE7A2-8CC0-4DCF-8477-55C5EB38870F}">
      <dgm:prSet/>
      <dgm:spPr/>
      <dgm:t>
        <a:bodyPr/>
        <a:lstStyle/>
        <a:p>
          <a:endParaRPr lang="en-US"/>
        </a:p>
      </dgm:t>
    </dgm:pt>
    <dgm:pt modelId="{9E76AC29-57D0-468C-AF26-0C5D841AB19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alibri"/>
              <a:cs typeface="Calibri"/>
            </a:rPr>
            <a:t>Comfort and Wearability: Wrist bands are generally comfortable for prolonged use and less likely to cause discomfort compared to necklaces or shoe inserts.</a:t>
          </a:r>
        </a:p>
      </dgm:t>
    </dgm:pt>
    <dgm:pt modelId="{8B7050F2-4F60-4552-B2DE-1D2338B88164}" type="parTrans" cxnId="{0848D06B-E9D1-40C5-87A0-3ADB624ADAF2}">
      <dgm:prSet/>
      <dgm:spPr/>
      <dgm:t>
        <a:bodyPr/>
        <a:lstStyle/>
        <a:p>
          <a:endParaRPr lang="en-US"/>
        </a:p>
      </dgm:t>
    </dgm:pt>
    <dgm:pt modelId="{A75410E5-2F92-4492-B597-CBCE10414EB1}" type="sibTrans" cxnId="{0848D06B-E9D1-40C5-87A0-3ADB624ADAF2}">
      <dgm:prSet/>
      <dgm:spPr/>
      <dgm:t>
        <a:bodyPr/>
        <a:lstStyle/>
        <a:p>
          <a:endParaRPr lang="en-US"/>
        </a:p>
      </dgm:t>
    </dgm:pt>
    <dgm:pt modelId="{01F17A29-7104-4F1B-AC5D-4200B64D6F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alibri"/>
              <a:cs typeface="Calibri"/>
            </a:rPr>
            <a:t>The band we are making is water resistant, has a mechanism where the battery life lasts upto 1 week made with the silicon material</a:t>
          </a:r>
        </a:p>
      </dgm:t>
    </dgm:pt>
    <dgm:pt modelId="{DFCBC1A0-359C-47D0-8007-7C092926A8CB}" type="parTrans" cxnId="{D79808BF-1A1B-45F6-AD57-4A81AFAADD2C}">
      <dgm:prSet/>
      <dgm:spPr/>
      <dgm:t>
        <a:bodyPr/>
        <a:lstStyle/>
        <a:p>
          <a:endParaRPr lang="en-US"/>
        </a:p>
      </dgm:t>
    </dgm:pt>
    <dgm:pt modelId="{46932F06-A44B-4A07-84E8-6308B31B0479}" type="sibTrans" cxnId="{D79808BF-1A1B-45F6-AD57-4A81AFAADD2C}">
      <dgm:prSet/>
      <dgm:spPr/>
      <dgm:t>
        <a:bodyPr/>
        <a:lstStyle/>
        <a:p>
          <a:endParaRPr lang="en-US"/>
        </a:p>
      </dgm:t>
    </dgm:pt>
    <dgm:pt modelId="{12BE9BE2-AE23-4E73-AB9D-DFF9E4396CDE}" type="pres">
      <dgm:prSet presAssocID="{CEA0EB90-B4D2-4B38-9E28-9D939596B1D4}" presName="root" presStyleCnt="0">
        <dgm:presLayoutVars>
          <dgm:dir/>
          <dgm:resizeHandles val="exact"/>
        </dgm:presLayoutVars>
      </dgm:prSet>
      <dgm:spPr/>
    </dgm:pt>
    <dgm:pt modelId="{7043A4B2-21A3-4F1E-AA20-5C92E7CAA954}" type="pres">
      <dgm:prSet presAssocID="{A069EB8E-8320-4AC1-8970-39C52739EAB1}" presName="compNode" presStyleCnt="0"/>
      <dgm:spPr/>
    </dgm:pt>
    <dgm:pt modelId="{AD49A9EE-67B0-48C5-A88E-A38291B71134}" type="pres">
      <dgm:prSet presAssocID="{A069EB8E-8320-4AC1-8970-39C52739EAB1}" presName="iconBgRect" presStyleLbl="bgShp" presStyleIdx="0" presStyleCnt="3"/>
      <dgm:spPr/>
    </dgm:pt>
    <dgm:pt modelId="{F510D8AD-4BB5-47F9-8942-BB3AE002E9DF}" type="pres">
      <dgm:prSet presAssocID="{A069EB8E-8320-4AC1-8970-39C52739EA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AE7868E0-964C-48D5-AEE6-82B8FFA74D63}" type="pres">
      <dgm:prSet presAssocID="{A069EB8E-8320-4AC1-8970-39C52739EAB1}" presName="spaceRect" presStyleCnt="0"/>
      <dgm:spPr/>
    </dgm:pt>
    <dgm:pt modelId="{DE3EFB42-62F4-4ACB-948B-BDA669AEB30E}" type="pres">
      <dgm:prSet presAssocID="{A069EB8E-8320-4AC1-8970-39C52739EAB1}" presName="textRect" presStyleLbl="revTx" presStyleIdx="0" presStyleCnt="3">
        <dgm:presLayoutVars>
          <dgm:chMax val="1"/>
          <dgm:chPref val="1"/>
        </dgm:presLayoutVars>
      </dgm:prSet>
      <dgm:spPr/>
    </dgm:pt>
    <dgm:pt modelId="{AFBDB315-B660-47E0-9CC8-0470CD5AF38E}" type="pres">
      <dgm:prSet presAssocID="{61ED3F16-D2B1-4176-AF75-D3F7D81C633E}" presName="sibTrans" presStyleCnt="0"/>
      <dgm:spPr/>
    </dgm:pt>
    <dgm:pt modelId="{0073C2D9-854C-4A05-A6E1-BC2FAE9DAC77}" type="pres">
      <dgm:prSet presAssocID="{9E76AC29-57D0-468C-AF26-0C5D841AB19C}" presName="compNode" presStyleCnt="0"/>
      <dgm:spPr/>
    </dgm:pt>
    <dgm:pt modelId="{B1F6793C-646B-4D9D-9310-3C2568694E89}" type="pres">
      <dgm:prSet presAssocID="{9E76AC29-57D0-468C-AF26-0C5D841AB19C}" presName="iconBgRect" presStyleLbl="bgShp" presStyleIdx="1" presStyleCnt="3"/>
      <dgm:spPr/>
    </dgm:pt>
    <dgm:pt modelId="{5C26EA23-9D4F-4C7F-9B4A-F02CB151118A}" type="pres">
      <dgm:prSet presAssocID="{9E76AC29-57D0-468C-AF26-0C5D841AB1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5D8976EA-FA87-451C-BDD4-E51BF561BED9}" type="pres">
      <dgm:prSet presAssocID="{9E76AC29-57D0-468C-AF26-0C5D841AB19C}" presName="spaceRect" presStyleCnt="0"/>
      <dgm:spPr/>
    </dgm:pt>
    <dgm:pt modelId="{E789CC00-14DB-49C9-9B29-F1B480709031}" type="pres">
      <dgm:prSet presAssocID="{9E76AC29-57D0-468C-AF26-0C5D841AB19C}" presName="textRect" presStyleLbl="revTx" presStyleIdx="1" presStyleCnt="3">
        <dgm:presLayoutVars>
          <dgm:chMax val="1"/>
          <dgm:chPref val="1"/>
        </dgm:presLayoutVars>
      </dgm:prSet>
      <dgm:spPr/>
    </dgm:pt>
    <dgm:pt modelId="{3CCD470E-B4B2-4E89-9E4D-B9C3F85589D1}" type="pres">
      <dgm:prSet presAssocID="{A75410E5-2F92-4492-B597-CBCE10414EB1}" presName="sibTrans" presStyleCnt="0"/>
      <dgm:spPr/>
    </dgm:pt>
    <dgm:pt modelId="{A6AE5590-BDB0-4A13-8449-B959C7F01391}" type="pres">
      <dgm:prSet presAssocID="{01F17A29-7104-4F1B-AC5D-4200B64D6F6B}" presName="compNode" presStyleCnt="0"/>
      <dgm:spPr/>
    </dgm:pt>
    <dgm:pt modelId="{261EF399-E5F9-4B02-9A9A-D86F3860EEE0}" type="pres">
      <dgm:prSet presAssocID="{01F17A29-7104-4F1B-AC5D-4200B64D6F6B}" presName="iconBgRect" presStyleLbl="bgShp" presStyleIdx="2" presStyleCnt="3"/>
      <dgm:spPr/>
    </dgm:pt>
    <dgm:pt modelId="{FF22B806-D688-4EC8-8487-B8E8241FFF07}" type="pres">
      <dgm:prSet presAssocID="{01F17A29-7104-4F1B-AC5D-4200B64D6F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C5D58E8C-E591-4D36-9FFE-208AF4EB5C11}" type="pres">
      <dgm:prSet presAssocID="{01F17A29-7104-4F1B-AC5D-4200B64D6F6B}" presName="spaceRect" presStyleCnt="0"/>
      <dgm:spPr/>
    </dgm:pt>
    <dgm:pt modelId="{7B46745D-0EEF-4305-A955-BA1AAAB839F0}" type="pres">
      <dgm:prSet presAssocID="{01F17A29-7104-4F1B-AC5D-4200B64D6F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B696949-09C5-4FC4-9CE4-C655D8016890}" type="presOf" srcId="{01F17A29-7104-4F1B-AC5D-4200B64D6F6B}" destId="{7B46745D-0EEF-4305-A955-BA1AAAB839F0}" srcOrd="0" destOrd="0" presId="urn:microsoft.com/office/officeart/2018/5/layout/IconCircleLabelList"/>
    <dgm:cxn modelId="{0848D06B-E9D1-40C5-87A0-3ADB624ADAF2}" srcId="{CEA0EB90-B4D2-4B38-9E28-9D939596B1D4}" destId="{9E76AC29-57D0-468C-AF26-0C5D841AB19C}" srcOrd="1" destOrd="0" parTransId="{8B7050F2-4F60-4552-B2DE-1D2338B88164}" sibTransId="{A75410E5-2F92-4492-B597-CBCE10414EB1}"/>
    <dgm:cxn modelId="{FE900777-C33A-4F3F-8AFD-C3DEBBE570D4}" type="presOf" srcId="{CEA0EB90-B4D2-4B38-9E28-9D939596B1D4}" destId="{12BE9BE2-AE23-4E73-AB9D-DFF9E4396CDE}" srcOrd="0" destOrd="0" presId="urn:microsoft.com/office/officeart/2018/5/layout/IconCircleLabelList"/>
    <dgm:cxn modelId="{A51AE7A2-8CC0-4DCF-8477-55C5EB38870F}" srcId="{CEA0EB90-B4D2-4B38-9E28-9D939596B1D4}" destId="{A069EB8E-8320-4AC1-8970-39C52739EAB1}" srcOrd="0" destOrd="0" parTransId="{FBECC475-5979-4744-B46E-DA98F8433550}" sibTransId="{61ED3F16-D2B1-4176-AF75-D3F7D81C633E}"/>
    <dgm:cxn modelId="{D79808BF-1A1B-45F6-AD57-4A81AFAADD2C}" srcId="{CEA0EB90-B4D2-4B38-9E28-9D939596B1D4}" destId="{01F17A29-7104-4F1B-AC5D-4200B64D6F6B}" srcOrd="2" destOrd="0" parTransId="{DFCBC1A0-359C-47D0-8007-7C092926A8CB}" sibTransId="{46932F06-A44B-4A07-84E8-6308B31B0479}"/>
    <dgm:cxn modelId="{13953DD0-2540-4C62-8FB8-C5A9C9C25D0E}" type="presOf" srcId="{A069EB8E-8320-4AC1-8970-39C52739EAB1}" destId="{DE3EFB42-62F4-4ACB-948B-BDA669AEB30E}" srcOrd="0" destOrd="0" presId="urn:microsoft.com/office/officeart/2018/5/layout/IconCircleLabelList"/>
    <dgm:cxn modelId="{86A151E5-3766-483D-8D32-BD9AC0096C89}" type="presOf" srcId="{9E76AC29-57D0-468C-AF26-0C5D841AB19C}" destId="{E789CC00-14DB-49C9-9B29-F1B480709031}" srcOrd="0" destOrd="0" presId="urn:microsoft.com/office/officeart/2018/5/layout/IconCircleLabelList"/>
    <dgm:cxn modelId="{883CF491-47A2-412E-B5A0-9E16A68DAF9F}" type="presParOf" srcId="{12BE9BE2-AE23-4E73-AB9D-DFF9E4396CDE}" destId="{7043A4B2-21A3-4F1E-AA20-5C92E7CAA954}" srcOrd="0" destOrd="0" presId="urn:microsoft.com/office/officeart/2018/5/layout/IconCircleLabelList"/>
    <dgm:cxn modelId="{8D46A318-1C51-4092-9D68-CD4F12D05BD6}" type="presParOf" srcId="{7043A4B2-21A3-4F1E-AA20-5C92E7CAA954}" destId="{AD49A9EE-67B0-48C5-A88E-A38291B71134}" srcOrd="0" destOrd="0" presId="urn:microsoft.com/office/officeart/2018/5/layout/IconCircleLabelList"/>
    <dgm:cxn modelId="{2C002BC9-1A33-4271-A3B1-7C33F092EB65}" type="presParOf" srcId="{7043A4B2-21A3-4F1E-AA20-5C92E7CAA954}" destId="{F510D8AD-4BB5-47F9-8942-BB3AE002E9DF}" srcOrd="1" destOrd="0" presId="urn:microsoft.com/office/officeart/2018/5/layout/IconCircleLabelList"/>
    <dgm:cxn modelId="{9F2B8C4D-911A-494B-A388-260622767371}" type="presParOf" srcId="{7043A4B2-21A3-4F1E-AA20-5C92E7CAA954}" destId="{AE7868E0-964C-48D5-AEE6-82B8FFA74D63}" srcOrd="2" destOrd="0" presId="urn:microsoft.com/office/officeart/2018/5/layout/IconCircleLabelList"/>
    <dgm:cxn modelId="{99CFF3DA-252A-4CA0-B9CB-4C3805772FE4}" type="presParOf" srcId="{7043A4B2-21A3-4F1E-AA20-5C92E7CAA954}" destId="{DE3EFB42-62F4-4ACB-948B-BDA669AEB30E}" srcOrd="3" destOrd="0" presId="urn:microsoft.com/office/officeart/2018/5/layout/IconCircleLabelList"/>
    <dgm:cxn modelId="{46B1164F-BCCD-4183-9BED-5999060AE38F}" type="presParOf" srcId="{12BE9BE2-AE23-4E73-AB9D-DFF9E4396CDE}" destId="{AFBDB315-B660-47E0-9CC8-0470CD5AF38E}" srcOrd="1" destOrd="0" presId="urn:microsoft.com/office/officeart/2018/5/layout/IconCircleLabelList"/>
    <dgm:cxn modelId="{909E1B4A-BC1A-46DB-9CDB-17989B520623}" type="presParOf" srcId="{12BE9BE2-AE23-4E73-AB9D-DFF9E4396CDE}" destId="{0073C2D9-854C-4A05-A6E1-BC2FAE9DAC77}" srcOrd="2" destOrd="0" presId="urn:microsoft.com/office/officeart/2018/5/layout/IconCircleLabelList"/>
    <dgm:cxn modelId="{EC8BA0C4-6DCF-425D-A288-8F8EFADFEBE7}" type="presParOf" srcId="{0073C2D9-854C-4A05-A6E1-BC2FAE9DAC77}" destId="{B1F6793C-646B-4D9D-9310-3C2568694E89}" srcOrd="0" destOrd="0" presId="urn:microsoft.com/office/officeart/2018/5/layout/IconCircleLabelList"/>
    <dgm:cxn modelId="{494C0F36-686E-45E6-8919-38CD5B1C0344}" type="presParOf" srcId="{0073C2D9-854C-4A05-A6E1-BC2FAE9DAC77}" destId="{5C26EA23-9D4F-4C7F-9B4A-F02CB151118A}" srcOrd="1" destOrd="0" presId="urn:microsoft.com/office/officeart/2018/5/layout/IconCircleLabelList"/>
    <dgm:cxn modelId="{393EEB5B-97AE-4CEE-BE29-90FDE38A918B}" type="presParOf" srcId="{0073C2D9-854C-4A05-A6E1-BC2FAE9DAC77}" destId="{5D8976EA-FA87-451C-BDD4-E51BF561BED9}" srcOrd="2" destOrd="0" presId="urn:microsoft.com/office/officeart/2018/5/layout/IconCircleLabelList"/>
    <dgm:cxn modelId="{F16342E3-4F66-401E-B664-131C837CE2E2}" type="presParOf" srcId="{0073C2D9-854C-4A05-A6E1-BC2FAE9DAC77}" destId="{E789CC00-14DB-49C9-9B29-F1B480709031}" srcOrd="3" destOrd="0" presId="urn:microsoft.com/office/officeart/2018/5/layout/IconCircleLabelList"/>
    <dgm:cxn modelId="{91905974-1CBF-40A3-ABC4-539C803EB52A}" type="presParOf" srcId="{12BE9BE2-AE23-4E73-AB9D-DFF9E4396CDE}" destId="{3CCD470E-B4B2-4E89-9E4D-B9C3F85589D1}" srcOrd="3" destOrd="0" presId="urn:microsoft.com/office/officeart/2018/5/layout/IconCircleLabelList"/>
    <dgm:cxn modelId="{B8E951AF-230C-4089-BB91-3C01EAEE216C}" type="presParOf" srcId="{12BE9BE2-AE23-4E73-AB9D-DFF9E4396CDE}" destId="{A6AE5590-BDB0-4A13-8449-B959C7F01391}" srcOrd="4" destOrd="0" presId="urn:microsoft.com/office/officeart/2018/5/layout/IconCircleLabelList"/>
    <dgm:cxn modelId="{6A380FC3-D290-48B3-8DC3-D96D5ED3F9F7}" type="presParOf" srcId="{A6AE5590-BDB0-4A13-8449-B959C7F01391}" destId="{261EF399-E5F9-4B02-9A9A-D86F3860EEE0}" srcOrd="0" destOrd="0" presId="urn:microsoft.com/office/officeart/2018/5/layout/IconCircleLabelList"/>
    <dgm:cxn modelId="{A1D77DD2-1708-4407-BDB6-1622C1365F34}" type="presParOf" srcId="{A6AE5590-BDB0-4A13-8449-B959C7F01391}" destId="{FF22B806-D688-4EC8-8487-B8E8241FFF07}" srcOrd="1" destOrd="0" presId="urn:microsoft.com/office/officeart/2018/5/layout/IconCircleLabelList"/>
    <dgm:cxn modelId="{1EEA39F3-B0C8-42AD-910B-301A3FD547F7}" type="presParOf" srcId="{A6AE5590-BDB0-4A13-8449-B959C7F01391}" destId="{C5D58E8C-E591-4D36-9FFE-208AF4EB5C11}" srcOrd="2" destOrd="0" presId="urn:microsoft.com/office/officeart/2018/5/layout/IconCircleLabelList"/>
    <dgm:cxn modelId="{CB90EC8E-B88D-4628-8D05-13A18A907E4E}" type="presParOf" srcId="{A6AE5590-BDB0-4A13-8449-B959C7F01391}" destId="{7B46745D-0EEF-4305-A955-BA1AAAB839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9A9EE-67B0-48C5-A88E-A38291B71134}">
      <dsp:nvSpPr>
        <dsp:cNvPr id="0" name=""/>
        <dsp:cNvSpPr/>
      </dsp:nvSpPr>
      <dsp:spPr>
        <a:xfrm>
          <a:off x="642691" y="1077345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0D8AD-4BB5-47F9-8942-BB3AE002E9DF}">
      <dsp:nvSpPr>
        <dsp:cNvPr id="0" name=""/>
        <dsp:cNvSpPr/>
      </dsp:nvSpPr>
      <dsp:spPr>
        <a:xfrm>
          <a:off x="1052191" y="1486845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EFB42-62F4-4ACB-948B-BDA669AEB30E}">
      <dsp:nvSpPr>
        <dsp:cNvPr id="0" name=""/>
        <dsp:cNvSpPr/>
      </dsp:nvSpPr>
      <dsp:spPr>
        <a:xfrm>
          <a:off x="28441" y="359734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Calibri"/>
              <a:cs typeface="Calibri"/>
            </a:rPr>
            <a:t>Wrist bands are easily visible, allowing caregivers and individuals to monitor and react quickly.</a:t>
          </a:r>
        </a:p>
      </dsp:txBody>
      <dsp:txXfrm>
        <a:off x="28441" y="3597345"/>
        <a:ext cx="3150000" cy="720000"/>
      </dsp:txXfrm>
    </dsp:sp>
    <dsp:sp modelId="{B1F6793C-646B-4D9D-9310-3C2568694E89}">
      <dsp:nvSpPr>
        <dsp:cNvPr id="0" name=""/>
        <dsp:cNvSpPr/>
      </dsp:nvSpPr>
      <dsp:spPr>
        <a:xfrm>
          <a:off x="4343941" y="1077345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6EA23-9D4F-4C7F-9B4A-F02CB151118A}">
      <dsp:nvSpPr>
        <dsp:cNvPr id="0" name=""/>
        <dsp:cNvSpPr/>
      </dsp:nvSpPr>
      <dsp:spPr>
        <a:xfrm>
          <a:off x="4753441" y="1486845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9CC00-14DB-49C9-9B29-F1B480709031}">
      <dsp:nvSpPr>
        <dsp:cNvPr id="0" name=""/>
        <dsp:cNvSpPr/>
      </dsp:nvSpPr>
      <dsp:spPr>
        <a:xfrm>
          <a:off x="3729691" y="359734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Calibri"/>
              <a:cs typeface="Calibri"/>
            </a:rPr>
            <a:t>Comfort and Wearability: Wrist bands are generally comfortable for prolonged use and less likely to cause discomfort compared to necklaces or shoe inserts.</a:t>
          </a:r>
        </a:p>
      </dsp:txBody>
      <dsp:txXfrm>
        <a:off x="3729691" y="3597345"/>
        <a:ext cx="3150000" cy="720000"/>
      </dsp:txXfrm>
    </dsp:sp>
    <dsp:sp modelId="{261EF399-E5F9-4B02-9A9A-D86F3860EEE0}">
      <dsp:nvSpPr>
        <dsp:cNvPr id="0" name=""/>
        <dsp:cNvSpPr/>
      </dsp:nvSpPr>
      <dsp:spPr>
        <a:xfrm>
          <a:off x="8045191" y="1077345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2B806-D688-4EC8-8487-B8E8241FFF07}">
      <dsp:nvSpPr>
        <dsp:cNvPr id="0" name=""/>
        <dsp:cNvSpPr/>
      </dsp:nvSpPr>
      <dsp:spPr>
        <a:xfrm>
          <a:off x="8454691" y="1486845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6745D-0EEF-4305-A955-BA1AAAB839F0}">
      <dsp:nvSpPr>
        <dsp:cNvPr id="0" name=""/>
        <dsp:cNvSpPr/>
      </dsp:nvSpPr>
      <dsp:spPr>
        <a:xfrm>
          <a:off x="7430941" y="359734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Calibri"/>
              <a:cs typeface="Calibri"/>
            </a:rPr>
            <a:t>The band we are making is water resistant, has a mechanism where the battery life lasts upto 1 week made with the silicon material</a:t>
          </a:r>
        </a:p>
      </dsp:txBody>
      <dsp:txXfrm>
        <a:off x="7430941" y="3597345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420D4-0C92-3840-A03F-F726FB78F8FC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958D9-5B5D-1040-BD80-162DA21A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530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15072-3265-304E-8D68-6CBFA400866B}" type="datetimeFigureOut">
              <a:rPr lang="en-US" smtClean="0"/>
              <a:t>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3D85E-9B7A-9846-8CCD-2A6766510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69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56E6-63B7-469E-B44E-1D870B1AF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2CACD-72B8-4C45-B0CB-684C0174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AB85-8504-482B-82E7-DB3AF782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708A-3AAF-8C4C-801A-566248373BB1}" type="datetime1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C2AC6-DDC6-412B-AFE7-296A6A84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663F4-15E0-4549-8EA8-13400838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0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581-C9A3-4236-8ECA-24D55366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65C6-8C87-40A6-94AD-F526036F4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AD091-0AEC-454C-98A2-99627D6FD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EABC-B278-504E-8D1C-B634626EC040}" type="datetime1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DB724-9FCC-4AF5-9E37-E22CE1C9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F108-A42C-4934-BCE9-E671081C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7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70C5-025E-4A1D-A4D6-168DF954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55906-D9A0-4166-8742-DA132E231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5015A-1558-428C-BBA0-54B66398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5B45D-0C74-1B45-A338-760778270CE1}" type="datetime1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7CDB-F20B-4C6C-A7CD-23C59EDA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3C783-D563-4BC9-8989-D12516B9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8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A89D-D2D4-4C74-8F0A-23BCC8FA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35D58-4384-40A9-A82E-A93E27C76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57DF9-389F-458F-BB0A-03025C093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65416-F22A-4B12-82C7-CF3D02E5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8384D-0493-B048-A4C4-DDAEF5B9C484}" type="datetime1">
              <a:rPr lang="en-US" smtClean="0"/>
              <a:t>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CAF23-8058-470F-9890-E609A76E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679CB-980D-405F-8FBD-A314EF52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4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8585-4BB8-466F-B1BA-D6670450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0D4EA-20B2-406A-BD43-214A97679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DEE83-69C9-4AFB-9F58-28124F0F3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84172-1AC1-4B62-A9C5-7DC2B7C55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DA14C-BA0E-4594-95C6-0DA25CCF8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AFE71-BA2C-4CE4-AEA7-B7C9E654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82C9B-C083-6C43-A998-15E3CB5DB28A}" type="datetime1">
              <a:rPr lang="en-US" smtClean="0"/>
              <a:t>2/18/2024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6D42E-1821-4368-8E43-E34A8F32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56DF6-7C4C-401F-AFC9-60EB9A7A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3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CF88-E7FB-4247-B095-290413C1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D16C2-49CF-4AB8-BACF-BF8D98AE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B8564-9BC3-384B-A474-C265212E2E4A}" type="datetime1">
              <a:rPr lang="en-US" smtClean="0"/>
              <a:t>2/18/2024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3184A-7A70-4558-8F1D-C595E064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2D5D0-8EBE-4CF9-A009-DD6F3342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2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5991C-1BB6-47FE-A3F8-95599D2F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84A0D-4A95-164D-850D-31301823ACC9}" type="datetime1">
              <a:rPr lang="en-US" smtClean="0"/>
              <a:t>2/18/2024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99333-B855-49EB-9E3D-C255D7C2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A2D76-C326-4189-8BD6-C11B97EB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7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6D6B-2D6D-47DF-82A4-8A8F5EFD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F7BC-D5DB-4712-B810-0EE19C84A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A6A78-41A2-4465-9381-B0BA19B82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BF6FB-A2B0-4A66-8405-7BF6022A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9060-0C53-4346-B711-486F7D573183}" type="datetime1">
              <a:rPr lang="en-US" smtClean="0"/>
              <a:t>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02203-FB96-4530-85D9-A7E05BED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53558-78E9-4108-910B-6A5A2C21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1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37B3-CDD6-475C-A735-008D57CB8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0C04C-4661-470A-BBB4-DE0D17501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F7C19-F796-4C33-B30E-754036CD2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989BE-D41D-4E70-8658-FB5B76EF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CDD89-1910-DE49-BDEB-79750C207FAD}" type="datetime1">
              <a:rPr lang="en-US" smtClean="0"/>
              <a:t>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43463-B792-4292-97B6-9C3D9ADE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7E30E-C50F-4A3F-82E8-7686074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2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E83B-07D7-4BBD-8AFC-CC2C52CE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7B2B8-6B36-41B0-B272-B6CED7D52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A1932-F004-49E0-B586-3FBC5B5B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DBD9-276D-F546-8375-3083F77DD401}" type="datetime1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ECD3-7FBA-4CA7-9E0A-417D9A03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C3FE9-0AA1-46C9-922F-B0546E4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8ABE93-0D34-4846-9BE0-1D9C14DD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7662C-4644-4183-BD1E-5354CA204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A7550-592E-4137-8D8F-4D1A640C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A40E-644B-0D4C-B9D3-183625E81F88}" type="datetime1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56C70-60EB-41AB-9BAC-39793A12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30B08-9507-4211-8131-507F892D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7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93A1FE-8DBC-414C-A2BD-32577D5D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5FCC9-BD49-4167-9CEE-D3A61CD7D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D420-6B71-43B8-80F6-7C80DC444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4DC01-413E-E346-AEA7-D0CAD23A0E9E}" type="datetime1">
              <a:rPr lang="en-US" smtClean="0"/>
              <a:t>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58909-4C62-4D4A-8F74-E19D56283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8D76-3FC9-40B1-BBC4-B04BE7807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16297-E250-4B71-98B7-3AA7940FC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4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czquigley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108_998A55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3CD0E-5950-493E-872E-9FC6E49A8D4A}"/>
              </a:ext>
            </a:extLst>
          </p:cNvPr>
          <p:cNvSpPr txBox="1"/>
          <p:nvPr/>
        </p:nvSpPr>
        <p:spPr>
          <a:xfrm>
            <a:off x="442608" y="1983794"/>
            <a:ext cx="6059222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/>
              <a:t>Team members contact information</a:t>
            </a:r>
          </a:p>
          <a:p>
            <a:endParaRPr lang="en-US" sz="1400">
              <a:solidFill>
                <a:srgbClr val="A6A6A6"/>
              </a:solidFill>
            </a:endParaRPr>
          </a:p>
          <a:p>
            <a:r>
              <a:rPr lang="en-US" sz="1400">
                <a:solidFill>
                  <a:srgbClr val="A6A6A6"/>
                </a:solidFill>
              </a:rPr>
              <a:t>Name                   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             College/Department</a:t>
            </a:r>
            <a:r>
              <a:rPr lang="en-US" sz="1400"/>
              <a:t> -</a:t>
            </a:r>
            <a:r>
              <a:rPr lang="en-US" sz="1400">
                <a:solidFill>
                  <a:srgbClr val="A6A6A6"/>
                </a:solidFill>
              </a:rPr>
              <a:t>Year</a:t>
            </a:r>
            <a:r>
              <a:rPr lang="en-US" sz="1400"/>
              <a:t>   </a:t>
            </a:r>
            <a:r>
              <a:rPr lang="en-US" sz="1400">
                <a:solidFill>
                  <a:srgbClr val="000000"/>
                </a:solidFill>
              </a:rPr>
              <a:t>     </a:t>
            </a:r>
            <a:r>
              <a:rPr lang="en-US" sz="1400">
                <a:solidFill>
                  <a:srgbClr val="A6A6A6"/>
                </a:solidFill>
              </a:rPr>
              <a:t>Email  Contact </a:t>
            </a:r>
            <a:endParaRPr lang="en-US" sz="1400">
              <a:solidFill>
                <a:srgbClr val="A6A6A6"/>
              </a:solidFill>
              <a:cs typeface="Calibri"/>
            </a:endParaRPr>
          </a:p>
          <a:p>
            <a:r>
              <a:rPr lang="en-US" sz="1400">
                <a:cs typeface="Calibri"/>
              </a:rPr>
              <a:t>Tejaswini </a:t>
            </a:r>
            <a:r>
              <a:rPr lang="en-US" sz="1400" err="1">
                <a:cs typeface="Calibri"/>
              </a:rPr>
              <a:t>Vantigodi</a:t>
            </a:r>
            <a:r>
              <a:rPr lang="en-US" sz="1400">
                <a:cs typeface="Calibri"/>
              </a:rPr>
              <a:t>    GCCIS-MS HCI-2nd year   tv8913     585-481-9173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cs typeface="Calibri"/>
              </a:rPr>
              <a:t>Anoushka Puranik      GCCIS-MS HCI-2nd year      ap3988    585-471-9228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cs typeface="Calibri"/>
              </a:rPr>
              <a:t>Megan Wilson                    SCB-UG ACCT-1st year        mdw7667   814-880-5442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cs typeface="Calibri"/>
              </a:rPr>
              <a:t>Jyothi Bhavani Bachu     SCB-MBA- 2nd year      jb1542        585-604-9549</a:t>
            </a:r>
            <a:endParaRPr lang="en-US" sz="1400"/>
          </a:p>
          <a:p>
            <a:r>
              <a:rPr lang="en-US" sz="1400">
                <a:cs typeface="Calibri"/>
              </a:rPr>
              <a:t>Ankita Sindhu                     SCB-MSBA-2nd year        as5767        585-309-6762</a:t>
            </a:r>
            <a:endParaRPr lang="en-US" sz="1400"/>
          </a:p>
          <a:p>
            <a:r>
              <a:rPr lang="en-US" sz="1400">
                <a:cs typeface="Calibri"/>
              </a:rPr>
              <a:t>Robin Miranda            KGCOE-ME-ME-2nd year    rm2688   585-6061753  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cs typeface="Calibri"/>
            </a:endParaRPr>
          </a:p>
          <a:p>
            <a:endParaRPr lang="en-US" sz="1400" b="1"/>
          </a:p>
          <a:p>
            <a:r>
              <a:rPr lang="en-US" sz="1400" b="1"/>
              <a:t>Team Advisor (Client)</a:t>
            </a:r>
            <a:r>
              <a:rPr lang="en-US" sz="1400"/>
              <a:t>	</a:t>
            </a:r>
            <a:endParaRPr lang="en-US" sz="1400">
              <a:cs typeface="Calibri"/>
            </a:endParaRPr>
          </a:p>
          <a:p>
            <a:r>
              <a:rPr lang="en-US" sz="1400">
                <a:solidFill>
                  <a:srgbClr val="A6A6A6"/>
                </a:solidFill>
              </a:rPr>
              <a:t>Name: Colleen Zuniga       Email: </a:t>
            </a:r>
            <a:r>
              <a:rPr lang="en-US" sz="1400">
                <a:solidFill>
                  <a:srgbClr val="A6A6A6"/>
                </a:solidFill>
                <a:hlinkClick r:id="rId2"/>
              </a:rPr>
              <a:t>czquigley@gmail.com</a:t>
            </a:r>
            <a:r>
              <a:rPr lang="en-US" sz="1400">
                <a:solidFill>
                  <a:srgbClr val="A6A6A6"/>
                </a:solidFill>
              </a:rPr>
              <a:t>       Contact: 5853292018 </a:t>
            </a:r>
            <a:endParaRPr lang="en-US" sz="1400">
              <a:solidFill>
                <a:srgbClr val="A6A6A6"/>
              </a:solidFill>
              <a:cs typeface="Calibri"/>
            </a:endParaRPr>
          </a:p>
          <a:p>
            <a:endParaRPr lang="en-US" sz="1400">
              <a:solidFill>
                <a:srgbClr val="A6A6A6"/>
              </a:solidFill>
            </a:endParaRPr>
          </a:p>
          <a:p>
            <a:r>
              <a:rPr lang="en-US" sz="1400" b="1"/>
              <a:t>Team Coach (RIT Faculty)</a:t>
            </a:r>
            <a:endParaRPr lang="en-US" sz="1400" b="1">
              <a:cs typeface="Calibri"/>
            </a:endParaRPr>
          </a:p>
          <a:p>
            <a:r>
              <a:rPr lang="en-US" sz="1400">
                <a:solidFill>
                  <a:srgbClr val="A6A6A6"/>
                </a:solidFill>
              </a:rPr>
              <a:t>Name: James Ramsey</a:t>
            </a:r>
            <a:endParaRPr lang="en-US" sz="1400">
              <a:solidFill>
                <a:srgbClr val="A6A6A6"/>
              </a:solidFill>
              <a:cs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33736" y="2271881"/>
            <a:ext cx="5874314" cy="263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25730" y="4835879"/>
            <a:ext cx="5874313" cy="282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0778" y="5468112"/>
            <a:ext cx="588706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2214397" y="2663923"/>
            <a:ext cx="0" cy="17358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5035166" y="2663922"/>
            <a:ext cx="0" cy="173297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202722" y="2663922"/>
            <a:ext cx="0" cy="173297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39946" y="6014630"/>
            <a:ext cx="586258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110509" y="4848097"/>
            <a:ext cx="0" cy="4049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113101" y="5514046"/>
            <a:ext cx="0" cy="3530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1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493391" y="390472"/>
            <a:ext cx="1507544" cy="1342581"/>
            <a:chOff x="493391" y="390472"/>
            <a:chExt cx="1507544" cy="1342581"/>
          </a:xfrm>
        </p:grpSpPr>
        <p:grpSp>
          <p:nvGrpSpPr>
            <p:cNvPr id="40" name="Group 39"/>
            <p:cNvGrpSpPr/>
            <p:nvPr/>
          </p:nvGrpSpPr>
          <p:grpSpPr>
            <a:xfrm>
              <a:off x="493640" y="390472"/>
              <a:ext cx="1507295" cy="1219878"/>
              <a:chOff x="804293" y="353927"/>
              <a:chExt cx="1507295" cy="1219878"/>
            </a:xfrm>
          </p:grpSpPr>
          <p:pic>
            <p:nvPicPr>
              <p:cNvPr id="41" name="Picture 40" descr="IdeaLab logo medium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4293" y="353927"/>
                <a:ext cx="1444780" cy="1219867"/>
              </a:xfrm>
              <a:prstGeom prst="rect">
                <a:avLst/>
              </a:prstGeom>
            </p:spPr>
          </p:pic>
          <p:sp>
            <p:nvSpPr>
              <p:cNvPr id="42" name="Rectangle 41"/>
              <p:cNvSpPr/>
              <p:nvPr/>
            </p:nvSpPr>
            <p:spPr>
              <a:xfrm>
                <a:off x="1938392" y="1395554"/>
                <a:ext cx="373196" cy="1782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493391" y="1425276"/>
              <a:ext cx="1434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/>
                <a:t>Spring 2024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4489AB7-3E51-6F44-A28A-AE3A33094CFF}"/>
              </a:ext>
            </a:extLst>
          </p:cNvPr>
          <p:cNvSpPr txBox="1"/>
          <p:nvPr/>
        </p:nvSpPr>
        <p:spPr>
          <a:xfrm>
            <a:off x="1162903" y="488263"/>
            <a:ext cx="986619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latin typeface="Sitka Text"/>
                <a:cs typeface="Calibri"/>
              </a:rPr>
              <a:t>Patients walking away </a:t>
            </a:r>
            <a:endParaRPr lang="en-US">
              <a:latin typeface="Sitka Text"/>
              <a:cs typeface="Calibri"/>
            </a:endParaRPr>
          </a:p>
          <a:p>
            <a:pPr algn="ctr"/>
            <a:r>
              <a:rPr lang="en-US" sz="3200" b="1">
                <a:latin typeface="Sitka Text"/>
                <a:cs typeface="Calibri"/>
              </a:rPr>
              <a:t>from their assistive devices</a:t>
            </a:r>
            <a:endParaRPr lang="en-US">
              <a:latin typeface="Sitka Text"/>
              <a:cs typeface="Calibri"/>
            </a:endParaRPr>
          </a:p>
        </p:txBody>
      </p:sp>
      <p:pic>
        <p:nvPicPr>
          <p:cNvPr id="2" name="Picture 1" descr="A group of people standing in front of a sign&#10;&#10;Description automatically generated">
            <a:extLst>
              <a:ext uri="{FF2B5EF4-FFF2-40B4-BE49-F238E27FC236}">
                <a16:creationId xmlns:a16="http://schemas.microsoft.com/office/drawing/2014/main" id="{982BC813-8B11-9115-4018-4E9C17DBA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52" y="2228425"/>
            <a:ext cx="5878273" cy="34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E3F2D-A985-2EFF-FC33-DA72B920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>
                <a:latin typeface="Calibri Light"/>
                <a:cs typeface="Calibri"/>
              </a:rPr>
              <a:t>Original problem description </a:t>
            </a:r>
            <a:endParaRPr lang="en-US" sz="4600">
              <a:latin typeface="Calibri Light"/>
            </a:endParaRPr>
          </a:p>
        </p:txBody>
      </p:sp>
      <p:sp>
        <p:nvSpPr>
          <p:cNvPr id="4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4437-78D1-5C87-5921-E8DD035E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394107" cy="33206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>
                <a:cs typeface="Calibri"/>
              </a:rPr>
              <a:t>Patients walking away from their Assistive Devices :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2000">
              <a:cs typeface="Calibri"/>
            </a:endParaRP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>
                <a:cs typeface="Calibri"/>
              </a:rPr>
              <a:t>Older people often forgetfully walk away from their cane walker without realizing; which is a major safety issue. As there is a high chance certain times, they fall out, which leads to major accidents.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cs typeface="Calibri"/>
            </a:endParaRPr>
          </a:p>
        </p:txBody>
      </p:sp>
      <p:pic>
        <p:nvPicPr>
          <p:cNvPr id="6" name="Picture 5" descr="Two people holding each other's hands">
            <a:extLst>
              <a:ext uri="{FF2B5EF4-FFF2-40B4-BE49-F238E27FC236}">
                <a16:creationId xmlns:a16="http://schemas.microsoft.com/office/drawing/2014/main" id="{7AC7AB07-BDD3-CFE8-41CC-60BECF99F2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73" r="20174" b="-1"/>
          <a:stretch/>
        </p:blipFill>
        <p:spPr>
          <a:xfrm>
            <a:off x="5311702" y="9417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FC92B-434F-B7F0-EB5D-5A48E229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0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4586" y="2964554"/>
            <a:ext cx="1941432" cy="12157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667512">
              <a:spcAft>
                <a:spcPts val="600"/>
              </a:spcAft>
            </a:pPr>
            <a:r>
              <a:rPr lang="en-US" sz="3600">
                <a:latin typeface="Calibri Light"/>
                <a:cs typeface="Calibri Light"/>
              </a:rPr>
              <a:t>Persona</a:t>
            </a:r>
          </a:p>
          <a:p>
            <a:pPr>
              <a:spcAft>
                <a:spcPts val="600"/>
              </a:spcAft>
            </a:pPr>
            <a:endParaRPr lang="en-US" sz="3200">
              <a:solidFill>
                <a:srgbClr val="A6A6A6"/>
              </a:solidFill>
              <a:ea typeface="Calibri"/>
              <a:cs typeface="Calibri"/>
            </a:endParaRPr>
          </a:p>
        </p:txBody>
      </p:sp>
      <p:sp>
        <p:nvSpPr>
          <p:cNvPr id="8" name="Slide Number Placeholder 7"/>
          <p:cNvSpPr>
            <a:spLocks/>
          </p:cNvSpPr>
          <p:nvPr/>
        </p:nvSpPr>
        <p:spPr>
          <a:xfrm>
            <a:off x="6679772" y="5374153"/>
            <a:ext cx="2029100" cy="270077"/>
          </a:xfrm>
          <a:prstGeom prst="rect">
            <a:avLst/>
          </a:prstGeom>
        </p:spPr>
        <p:txBody>
          <a:bodyPr/>
          <a:lstStyle/>
          <a:p>
            <a:pPr defTabSz="667512">
              <a:spcAft>
                <a:spcPts val="600"/>
              </a:spcAft>
            </a:pPr>
            <a:fld id="{60116297-E250-4B71-98B7-3AA7940FCC4F}" type="slidenum">
              <a:rPr lang="en-US" sz="131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667512">
                <a:spcAft>
                  <a:spcPts val="600"/>
                </a:spcAft>
              </a:pPr>
              <a:t>3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943739" y="3333881"/>
            <a:ext cx="1" cy="2243580"/>
          </a:xfrm>
          <a:prstGeom prst="line">
            <a:avLst/>
          </a:prstGeom>
          <a:ln w="9525" cmpd="sng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573358" y="3333881"/>
            <a:ext cx="1" cy="2243580"/>
          </a:xfrm>
          <a:prstGeom prst="line">
            <a:avLst/>
          </a:prstGeom>
          <a:ln w="9525" cmpd="sng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11829" y="3333881"/>
            <a:ext cx="0" cy="2243580"/>
          </a:xfrm>
          <a:prstGeom prst="line">
            <a:avLst/>
          </a:prstGeom>
          <a:ln w="9525" cmpd="sng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close-up of several cards&#10;&#10;Description automatically generated">
            <a:extLst>
              <a:ext uri="{FF2B5EF4-FFF2-40B4-BE49-F238E27FC236}">
                <a16:creationId xmlns:a16="http://schemas.microsoft.com/office/drawing/2014/main" id="{0A6FB4B8-3B65-A4A3-24F5-17A03B1E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943" y="713159"/>
            <a:ext cx="8497517" cy="54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9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person holding a cane&#10;&#10;Description automatically generated">
            <a:extLst>
              <a:ext uri="{FF2B5EF4-FFF2-40B4-BE49-F238E27FC236}">
                <a16:creationId xmlns:a16="http://schemas.microsoft.com/office/drawing/2014/main" id="{E800CC67-2641-8F92-374B-DAE5A232B1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531610" y="734355"/>
            <a:ext cx="3833912" cy="54426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latin typeface="Calibri Light"/>
                <a:cs typeface="Calibri Light"/>
              </a:rPr>
              <a:t> Context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Elderly often forget to carry their walking canes or other assistive devices with them.</a:t>
            </a:r>
            <a:endParaRPr lang="en-US" sz="2000">
              <a:ea typeface="Calibri"/>
              <a:cs typeface="Calibri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They need an alerting system that will remind them to take their assistive devices along.</a:t>
            </a:r>
            <a:endParaRPr lang="en-US" sz="2000">
              <a:ea typeface="Calibri"/>
              <a:cs typeface="Calibri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This alerting system must be ambient with little to no sound, and subtle haptic vibrations. </a:t>
            </a:r>
            <a:endParaRPr lang="en-US" sz="2000">
              <a:ea typeface="Calibri"/>
              <a:cs typeface="Calibri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0116297-E250-4B71-98B7-3AA7940FCC4F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572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2659" y="2121643"/>
            <a:ext cx="5276087" cy="40871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Context: </a:t>
            </a:r>
            <a:r>
              <a:rPr lang="en-US"/>
              <a:t>The problem exist in people 58 years old and above. May have other health conditions that have negative effects on their daily lives</a:t>
            </a:r>
            <a:endParaRPr lang="en-US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Problem:</a:t>
            </a:r>
            <a:r>
              <a:rPr lang="en-US"/>
              <a:t> When these people step away from their assistive devices it can increase the chances of them falling and having major accidents.</a:t>
            </a:r>
            <a:endParaRPr lang="en-US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Solution:</a:t>
            </a:r>
            <a:r>
              <a:rPr lang="en-US"/>
              <a:t> Device that can remind patients of their assistive device while also being comfortable, multifunctional, and always on them.</a:t>
            </a:r>
            <a:endParaRPr lang="en-US">
              <a:cs typeface="Calibri"/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</p:txBody>
      </p:sp>
      <p:pic>
        <p:nvPicPr>
          <p:cNvPr id="2" name="Picture 1" descr="Identifying the problem is 50% of the solution -">
            <a:extLst>
              <a:ext uri="{FF2B5EF4-FFF2-40B4-BE49-F238E27FC236}">
                <a16:creationId xmlns:a16="http://schemas.microsoft.com/office/drawing/2014/main" id="{8EE0BDB5-4008-1656-85D5-DEA16AB6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66" y="2495622"/>
            <a:ext cx="5458968" cy="3207142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16AB5-B2F6-8FF6-BA0C-B2FE976F9C82}"/>
              </a:ext>
            </a:extLst>
          </p:cNvPr>
          <p:cNvSpPr txBox="1"/>
          <p:nvPr/>
        </p:nvSpPr>
        <p:spPr>
          <a:xfrm>
            <a:off x="542217" y="1305158"/>
            <a:ext cx="60874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Calibri Light"/>
                <a:cs typeface="Calibri Light"/>
              </a:rPr>
              <a:t>Refined problem definition</a:t>
            </a:r>
            <a:r>
              <a:rPr lang="en-US" sz="3600" b="1">
                <a:latin typeface="Calibri Light"/>
                <a:cs typeface="Calibri Ligh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4625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39100" y="299080"/>
            <a:ext cx="3281751" cy="50629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>
                <a:solidFill>
                  <a:srgbClr val="000000"/>
                </a:solidFill>
                <a:latin typeface="Modern Love Grunge"/>
                <a:ea typeface="+mn-lt"/>
                <a:cs typeface="+mn-lt"/>
              </a:rPr>
              <a:t>Design</a:t>
            </a:r>
            <a:r>
              <a:rPr lang="en-US" sz="4400">
                <a:solidFill>
                  <a:srgbClr val="000000"/>
                </a:solidFill>
                <a:latin typeface="Modern Love Grunge"/>
                <a:ea typeface="Calibri"/>
                <a:cs typeface="Calibri"/>
              </a:rPr>
              <a:t> </a:t>
            </a:r>
            <a:r>
              <a:rPr lang="en-US" sz="4400">
                <a:solidFill>
                  <a:srgbClr val="000000"/>
                </a:solidFill>
                <a:latin typeface="Modern Love Grunge"/>
                <a:ea typeface="+mn-lt"/>
                <a:cs typeface="+mn-lt"/>
              </a:rPr>
              <a:t>Process</a:t>
            </a:r>
            <a:endParaRPr lang="en-US">
              <a:latin typeface="Modern Love Grunge"/>
              <a:cs typeface="Calibri"/>
            </a:endParaRPr>
          </a:p>
          <a:p>
            <a:endParaRPr lang="en-US" sz="2300">
              <a:solidFill>
                <a:srgbClr val="000000"/>
              </a:solidFill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cs typeface="Calibri"/>
              </a:rPr>
              <a:t>Beginning section our brainstorming into section based on workshop</a:t>
            </a:r>
            <a:endParaRPr lang="en-US" sz="20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cs typeface="Calibri"/>
              </a:rPr>
              <a:t>We found if the device is annoying people are less likely to wear it</a:t>
            </a:r>
            <a:endParaRPr lang="en-US" sz="2000"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cs typeface="Calibri"/>
              </a:rPr>
              <a:t>comfort fitting</a:t>
            </a:r>
            <a:endParaRPr lang="en-US" sz="2000">
              <a:cs typeface="Calibri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 sz="2000">
                <a:solidFill>
                  <a:srgbClr val="000000"/>
                </a:solidFill>
                <a:cs typeface="Calibri"/>
              </a:rPr>
              <a:t>keeping in mind sensitivity </a:t>
            </a:r>
            <a:endParaRPr lang="en-US" sz="2000">
              <a:solidFill>
                <a:srgbClr val="808080"/>
              </a:solidFill>
              <a:cs typeface="Calibri"/>
            </a:endParaRPr>
          </a:p>
          <a:p>
            <a:endParaRPr lang="en-US" sz="3200">
              <a:solidFill>
                <a:srgbClr val="A6A6A6"/>
              </a:solidFill>
              <a:cs typeface="Calibri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E11AEA13-9FB5-8B78-0CA1-D4266211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621" y="1248435"/>
            <a:ext cx="3666062" cy="4452585"/>
          </a:xfrm>
          <a:prstGeom prst="rect">
            <a:avLst/>
          </a:prstGeom>
        </p:spPr>
      </p:pic>
      <p:pic>
        <p:nvPicPr>
          <p:cNvPr id="3" name="Picture 2" descr="A diagram of a medical device&#10;&#10;Description automatically generated">
            <a:extLst>
              <a:ext uri="{FF2B5EF4-FFF2-40B4-BE49-F238E27FC236}">
                <a16:creationId xmlns:a16="http://schemas.microsoft.com/office/drawing/2014/main" id="{A14B7168-2761-5D46-8EB4-E6C556A50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504" y="907042"/>
            <a:ext cx="4907997" cy="55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7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rawing of a strap&#10;&#10;Description automatically generated">
            <a:extLst>
              <a:ext uri="{FF2B5EF4-FFF2-40B4-BE49-F238E27FC236}">
                <a16:creationId xmlns:a16="http://schemas.microsoft.com/office/drawing/2014/main" id="{75A26D7C-BF4F-632B-DEE0-1D11978F3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44" b="54"/>
          <a:stretch/>
        </p:blipFill>
        <p:spPr>
          <a:xfrm>
            <a:off x="609569" y="2168288"/>
            <a:ext cx="4476144" cy="350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5484" y="132346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latin typeface="Modern Love Grunge"/>
                <a:ea typeface="Calibri"/>
                <a:cs typeface="Calibri"/>
              </a:rPr>
              <a:t>Final concept solution </a:t>
            </a:r>
            <a:r>
              <a:rPr lang="en-US" sz="4800">
                <a:latin typeface="Modern Love Grunge"/>
                <a:ea typeface="STCaiyun"/>
                <a:cs typeface="Calibri"/>
              </a:rPr>
              <a:t>sketche</a:t>
            </a:r>
            <a:r>
              <a:rPr lang="en-US" sz="5200">
                <a:latin typeface="Modern Love Grunge"/>
                <a:ea typeface="STCaiyun"/>
                <a:cs typeface="Calibri"/>
              </a:rPr>
              <a:t>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3" name="Picture 2" descr="A drawing of different colors of a watch&#10;&#10;Description automatically generated">
            <a:extLst>
              <a:ext uri="{FF2B5EF4-FFF2-40B4-BE49-F238E27FC236}">
                <a16:creationId xmlns:a16="http://schemas.microsoft.com/office/drawing/2014/main" id="{CEAA9FB5-9560-B715-9EB2-B955E92D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8" y="1361950"/>
            <a:ext cx="5089641" cy="53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3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94A2CB-74AB-0F1B-759D-CDE1B3258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869" y="200637"/>
            <a:ext cx="11524322" cy="638333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04D9B9-A58C-C811-3585-399E4F11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GMaruGothicMPRO"/>
                <a:ea typeface="Calibri Light"/>
                <a:cs typeface="Calibri Light"/>
              </a:rPr>
              <a:t>CareConnect</a:t>
            </a:r>
            <a:endParaRPr lang="en-US">
              <a:latin typeface="HGMaruGothicM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01D87-1607-CF9C-3259-FD2D2157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8</a:t>
            </a:fld>
            <a:endParaRPr lang="en-US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23634A90-8E20-63C1-C93F-9081D4853B48}"/>
              </a:ext>
            </a:extLst>
          </p:cNvPr>
          <p:cNvCxnSpPr/>
          <p:nvPr/>
        </p:nvCxnSpPr>
        <p:spPr>
          <a:xfrm flipH="1" flipV="1">
            <a:off x="4491318" y="3688977"/>
            <a:ext cx="941294" cy="89647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CED7AB-3DD5-FA8E-FC8E-2077A7D62FF9}"/>
              </a:ext>
            </a:extLst>
          </p:cNvPr>
          <p:cNvSpPr txBox="1"/>
          <p:nvPr/>
        </p:nvSpPr>
        <p:spPr>
          <a:xfrm>
            <a:off x="5513293" y="4312024"/>
            <a:ext cx="19543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Nylon </a:t>
            </a:r>
          </a:p>
          <a:p>
            <a:r>
              <a:rPr lang="en-US">
                <a:ea typeface="Calibri"/>
                <a:cs typeface="Calibri"/>
              </a:rPr>
              <a:t>Arm/Wrist Strap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F46A450A-5D57-395B-1A38-9871241A970D}"/>
              </a:ext>
            </a:extLst>
          </p:cNvPr>
          <p:cNvCxnSpPr>
            <a:cxnSpLocks/>
          </p:cNvCxnSpPr>
          <p:nvPr/>
        </p:nvCxnSpPr>
        <p:spPr>
          <a:xfrm flipH="1">
            <a:off x="7189694" y="542364"/>
            <a:ext cx="833718" cy="62753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D47649-79E9-014D-12CD-7CE1016D4AE1}"/>
              </a:ext>
            </a:extLst>
          </p:cNvPr>
          <p:cNvSpPr txBox="1"/>
          <p:nvPr/>
        </p:nvSpPr>
        <p:spPr>
          <a:xfrm>
            <a:off x="8095128" y="358588"/>
            <a:ext cx="1810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Main device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76178-C2C6-E4D4-6274-09F2E1D9DC5E}"/>
              </a:ext>
            </a:extLst>
          </p:cNvPr>
          <p:cNvSpPr txBox="1"/>
          <p:nvPr/>
        </p:nvSpPr>
        <p:spPr>
          <a:xfrm>
            <a:off x="8624045" y="1990164"/>
            <a:ext cx="23039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Arm/Wrist Bracket</a:t>
            </a:r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E74EE681-31C1-93D7-CF92-FC37CDAFE2D9}"/>
              </a:ext>
            </a:extLst>
          </p:cNvPr>
          <p:cNvCxnSpPr>
            <a:cxnSpLocks/>
          </p:cNvCxnSpPr>
          <p:nvPr/>
        </p:nvCxnSpPr>
        <p:spPr>
          <a:xfrm flipH="1" flipV="1">
            <a:off x="7808258" y="1456764"/>
            <a:ext cx="735106" cy="75303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61059E-2EAE-7F14-CE7A-2F05B418C85D}"/>
              </a:ext>
            </a:extLst>
          </p:cNvPr>
          <p:cNvSpPr txBox="1"/>
          <p:nvPr/>
        </p:nvSpPr>
        <p:spPr>
          <a:xfrm>
            <a:off x="5459507" y="4957481"/>
            <a:ext cx="315557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>
                <a:solidFill>
                  <a:srgbClr val="0F1111"/>
                </a:solidFill>
                <a:ea typeface="+mn-lt"/>
                <a:cs typeface="+mn-lt"/>
              </a:rPr>
              <a:t>Double-layered nylon weave, has dense loops on the skin side that provides soft cushioning while allowing moisture to escape. It f</a:t>
            </a:r>
            <a:r>
              <a:rPr lang="en-US" sz="1200">
                <a:solidFill>
                  <a:srgbClr val="1D1D1F"/>
                </a:solidFill>
                <a:ea typeface="+mn-lt"/>
                <a:cs typeface="+mn-lt"/>
              </a:rPr>
              <a:t>eatures a hook-and-loop Velcro fastener for quick and easy adjustment.</a:t>
            </a:r>
            <a:endParaRPr lang="en-US" sz="1200">
              <a:ea typeface="Calibri"/>
              <a:cs typeface="Calibri"/>
            </a:endParaRPr>
          </a:p>
          <a:p>
            <a:pPr algn="just"/>
            <a:endParaRPr lang="en-US" sz="1200">
              <a:solidFill>
                <a:srgbClr val="0F111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0F1111"/>
                </a:solidFill>
                <a:ea typeface="+mn-lt"/>
                <a:cs typeface="+mn-lt"/>
              </a:rPr>
              <a:t>Soft 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0F1111"/>
                </a:solidFill>
                <a:ea typeface="+mn-lt"/>
                <a:cs typeface="+mn-lt"/>
              </a:rPr>
              <a:t>Breathable</a:t>
            </a: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0F1111"/>
                </a:solidFill>
                <a:ea typeface="+mn-lt"/>
                <a:cs typeface="+mn-lt"/>
              </a:rPr>
              <a:t>Lightweight</a:t>
            </a:r>
          </a:p>
          <a:p>
            <a:pPr marL="171450" indent="-171450" algn="just">
              <a:buFont typeface="Arial"/>
              <a:buChar char="•"/>
            </a:pPr>
            <a:r>
              <a:rPr lang="en-US" sz="1200">
                <a:solidFill>
                  <a:srgbClr val="0F1111"/>
                </a:solidFill>
                <a:ea typeface="+mn-lt"/>
                <a:cs typeface="+mn-lt"/>
              </a:rPr>
              <a:t>Waterproof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6253F5-B163-0512-856F-6C4457D96B31}"/>
              </a:ext>
            </a:extLst>
          </p:cNvPr>
          <p:cNvSpPr txBox="1"/>
          <p:nvPr/>
        </p:nvSpPr>
        <p:spPr>
          <a:xfrm>
            <a:off x="8624047" y="2312893"/>
            <a:ext cx="32990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>
                <a:solidFill>
                  <a:srgbClr val="0F1111"/>
                </a:solidFill>
                <a:ea typeface="+mn-lt"/>
                <a:cs typeface="+mn-lt"/>
              </a:rPr>
              <a:t>Made up of high-quality plastic. Durable hard shell. Plastic keeps it light weight and cost effective.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14570" y="138690"/>
            <a:ext cx="776633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latin typeface="HGMaruGothicMPRO"/>
                <a:ea typeface="HGMaruGothicMPRO"/>
                <a:cs typeface="Calibri Light"/>
              </a:rPr>
              <a:t>Experimental 3D prototypes</a:t>
            </a:r>
          </a:p>
          <a:p>
            <a:endParaRPr lang="en-US" sz="3200">
              <a:solidFill>
                <a:schemeClr val="bg1">
                  <a:lumMod val="6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 descr="A rectangular object with two handles&#10;&#10;Description automatically generated">
            <a:extLst>
              <a:ext uri="{FF2B5EF4-FFF2-40B4-BE49-F238E27FC236}">
                <a16:creationId xmlns:a16="http://schemas.microsoft.com/office/drawing/2014/main" id="{B7403333-B094-A186-E37C-C3AE0E12A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953" y="1332386"/>
            <a:ext cx="3614561" cy="1929694"/>
          </a:xfrm>
          <a:prstGeom prst="rect">
            <a:avLst/>
          </a:prstGeom>
        </p:spPr>
      </p:pic>
      <p:pic>
        <p:nvPicPr>
          <p:cNvPr id="4" name="Picture 3" descr="A close-up of a key chain&#10;&#10;Description automatically generated">
            <a:extLst>
              <a:ext uri="{FF2B5EF4-FFF2-40B4-BE49-F238E27FC236}">
                <a16:creationId xmlns:a16="http://schemas.microsoft.com/office/drawing/2014/main" id="{26738EBA-547C-8C4E-51B0-31BDF35F2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682" y="1443459"/>
            <a:ext cx="3530483" cy="1818335"/>
          </a:xfrm>
          <a:prstGeom prst="rect">
            <a:avLst/>
          </a:prstGeom>
        </p:spPr>
      </p:pic>
      <p:pic>
        <p:nvPicPr>
          <p:cNvPr id="5" name="Picture 4" descr="A drawing of a stapler&#10;&#10;Description automatically generated">
            <a:extLst>
              <a:ext uri="{FF2B5EF4-FFF2-40B4-BE49-F238E27FC236}">
                <a16:creationId xmlns:a16="http://schemas.microsoft.com/office/drawing/2014/main" id="{49EDDBE5-8062-326D-0894-96232742C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581" y="3940465"/>
            <a:ext cx="3393018" cy="2284825"/>
          </a:xfrm>
          <a:prstGeom prst="rect">
            <a:avLst/>
          </a:prstGeom>
        </p:spPr>
      </p:pic>
      <p:pic>
        <p:nvPicPr>
          <p:cNvPr id="9" name="Picture 8" descr="A blue rectangular object with a brown and yellow handle&#10;&#10;Description automatically generated">
            <a:extLst>
              <a:ext uri="{FF2B5EF4-FFF2-40B4-BE49-F238E27FC236}">
                <a16:creationId xmlns:a16="http://schemas.microsoft.com/office/drawing/2014/main" id="{719FDC4C-DB82-E1A0-2E95-3FBACC5EC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62" y="1154891"/>
            <a:ext cx="3394429" cy="1900531"/>
          </a:xfrm>
          <a:prstGeom prst="rect">
            <a:avLst/>
          </a:prstGeom>
        </p:spPr>
      </p:pic>
      <p:pic>
        <p:nvPicPr>
          <p:cNvPr id="10" name="Picture 9" descr="A blue and orange keychain&#10;&#10;Description automatically generated">
            <a:extLst>
              <a:ext uri="{FF2B5EF4-FFF2-40B4-BE49-F238E27FC236}">
                <a16:creationId xmlns:a16="http://schemas.microsoft.com/office/drawing/2014/main" id="{76888BD3-D4EC-C8BD-A147-F482D5B13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985" y="4128559"/>
            <a:ext cx="1781542" cy="2701959"/>
          </a:xfrm>
          <a:prstGeom prst="rect">
            <a:avLst/>
          </a:prstGeom>
        </p:spPr>
      </p:pic>
      <p:pic>
        <p:nvPicPr>
          <p:cNvPr id="11" name="Picture 10" descr="A blue round object with a ring&#10;&#10;Description automatically generated">
            <a:extLst>
              <a:ext uri="{FF2B5EF4-FFF2-40B4-BE49-F238E27FC236}">
                <a16:creationId xmlns:a16="http://schemas.microsoft.com/office/drawing/2014/main" id="{C4487BE7-0FE0-45B6-89C3-8C635D1FA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8563" y="4188257"/>
            <a:ext cx="1694725" cy="256917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97DEE795-7E49-5910-924C-1E361F870411}"/>
              </a:ext>
            </a:extLst>
          </p:cNvPr>
          <p:cNvCxnSpPr/>
          <p:nvPr/>
        </p:nvCxnSpPr>
        <p:spPr>
          <a:xfrm flipH="1">
            <a:off x="2097742" y="1402978"/>
            <a:ext cx="896470" cy="36755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05B852-D1E4-54D6-E9A8-EFC453B6F8D6}"/>
              </a:ext>
            </a:extLst>
          </p:cNvPr>
          <p:cNvSpPr txBox="1"/>
          <p:nvPr/>
        </p:nvSpPr>
        <p:spPr>
          <a:xfrm>
            <a:off x="2958352" y="1219198"/>
            <a:ext cx="1335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Main device</a:t>
            </a:r>
            <a:endParaRPr lang="en-US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B71E839C-DE1D-BC06-2EF2-88BE282077A4}"/>
              </a:ext>
            </a:extLst>
          </p:cNvPr>
          <p:cNvCxnSpPr>
            <a:cxnSpLocks/>
          </p:cNvCxnSpPr>
          <p:nvPr/>
        </p:nvCxnSpPr>
        <p:spPr>
          <a:xfrm flipV="1">
            <a:off x="1488141" y="5930152"/>
            <a:ext cx="340659" cy="33169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7957B19-6FB8-8332-6586-87A78676C24B}"/>
              </a:ext>
            </a:extLst>
          </p:cNvPr>
          <p:cNvSpPr txBox="1"/>
          <p:nvPr/>
        </p:nvSpPr>
        <p:spPr>
          <a:xfrm>
            <a:off x="242045" y="6087035"/>
            <a:ext cx="1335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Transmitter</a:t>
            </a:r>
            <a:endParaRPr lang="en-US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EDDE54C6-E8BC-42CB-E9F5-16E320071FF1}"/>
              </a:ext>
            </a:extLst>
          </p:cNvPr>
          <p:cNvCxnSpPr>
            <a:cxnSpLocks/>
          </p:cNvCxnSpPr>
          <p:nvPr/>
        </p:nvCxnSpPr>
        <p:spPr>
          <a:xfrm>
            <a:off x="1246094" y="4190999"/>
            <a:ext cx="1165411" cy="178397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144DC3F-7A74-4C12-0A0B-7DBF925B5A60}"/>
              </a:ext>
            </a:extLst>
          </p:cNvPr>
          <p:cNvSpPr txBox="1"/>
          <p:nvPr/>
        </p:nvSpPr>
        <p:spPr>
          <a:xfrm>
            <a:off x="98609" y="3872752"/>
            <a:ext cx="1434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LED indicator</a:t>
            </a:r>
            <a:endParaRPr lang="en-US"/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422AED60-8E5C-F306-13A1-BBD8B212F87E}"/>
              </a:ext>
            </a:extLst>
          </p:cNvPr>
          <p:cNvCxnSpPr>
            <a:cxnSpLocks/>
          </p:cNvCxnSpPr>
          <p:nvPr/>
        </p:nvCxnSpPr>
        <p:spPr>
          <a:xfrm flipH="1" flipV="1">
            <a:off x="4294093" y="5795683"/>
            <a:ext cx="663389" cy="70820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1CFDE95-50AF-91A5-8692-91988F45D97B}"/>
              </a:ext>
            </a:extLst>
          </p:cNvPr>
          <p:cNvSpPr txBox="1"/>
          <p:nvPr/>
        </p:nvSpPr>
        <p:spPr>
          <a:xfrm>
            <a:off x="4921623" y="6311153"/>
            <a:ext cx="27252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3M Double sided VHB tape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77C63D-C4E2-22CA-864D-C2015E3CD5D9}"/>
              </a:ext>
            </a:extLst>
          </p:cNvPr>
          <p:cNvSpPr txBox="1"/>
          <p:nvPr/>
        </p:nvSpPr>
        <p:spPr>
          <a:xfrm>
            <a:off x="6598022" y="4616823"/>
            <a:ext cx="12819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Clip bracket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3DE2CF-422F-F0FA-F5DC-4D8FCAE08808}"/>
              </a:ext>
            </a:extLst>
          </p:cNvPr>
          <p:cNvSpPr txBox="1"/>
          <p:nvPr/>
        </p:nvSpPr>
        <p:spPr>
          <a:xfrm>
            <a:off x="2017058" y="3048000"/>
            <a:ext cx="21784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Power on/off switch</a:t>
            </a:r>
            <a:endParaRPr lang="en-US"/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A519F4EB-C02C-BC33-CE28-6C6E60514C29}"/>
              </a:ext>
            </a:extLst>
          </p:cNvPr>
          <p:cNvCxnSpPr>
            <a:cxnSpLocks/>
          </p:cNvCxnSpPr>
          <p:nvPr/>
        </p:nvCxnSpPr>
        <p:spPr>
          <a:xfrm flipV="1">
            <a:off x="950257" y="2290483"/>
            <a:ext cx="600637" cy="156882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22B01BF3-3A13-AAA5-2026-77CFE78B0343}"/>
              </a:ext>
            </a:extLst>
          </p:cNvPr>
          <p:cNvCxnSpPr>
            <a:cxnSpLocks/>
          </p:cNvCxnSpPr>
          <p:nvPr/>
        </p:nvCxnSpPr>
        <p:spPr>
          <a:xfrm flipH="1" flipV="1">
            <a:off x="2357717" y="2559423"/>
            <a:ext cx="268941" cy="55581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391AD76-EEB2-4C91-1405-ED395EC171A2}"/>
              </a:ext>
            </a:extLst>
          </p:cNvPr>
          <p:cNvSpPr txBox="1"/>
          <p:nvPr/>
        </p:nvSpPr>
        <p:spPr>
          <a:xfrm>
            <a:off x="5118846" y="3200399"/>
            <a:ext cx="1954305" cy="368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Arm/wrist bracket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D6C98A-216B-3BD9-59D1-2B23ED454A37}"/>
              </a:ext>
            </a:extLst>
          </p:cNvPr>
          <p:cNvSpPr txBox="1"/>
          <p:nvPr/>
        </p:nvSpPr>
        <p:spPr>
          <a:xfrm>
            <a:off x="7844116" y="2886634"/>
            <a:ext cx="14522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Hook bracket</a:t>
            </a:r>
            <a:endParaRPr lang="en-US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77AB29F8-C057-4285-E8EB-CA3A38771291}"/>
              </a:ext>
            </a:extLst>
          </p:cNvPr>
          <p:cNvCxnSpPr>
            <a:cxnSpLocks/>
          </p:cNvCxnSpPr>
          <p:nvPr/>
        </p:nvCxnSpPr>
        <p:spPr>
          <a:xfrm flipH="1" flipV="1">
            <a:off x="5665693" y="2640106"/>
            <a:ext cx="295836" cy="52891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EE4E16D2-6B31-032F-7F11-CD3BBEC8E7A9}"/>
              </a:ext>
            </a:extLst>
          </p:cNvPr>
          <p:cNvCxnSpPr>
            <a:cxnSpLocks/>
          </p:cNvCxnSpPr>
          <p:nvPr/>
        </p:nvCxnSpPr>
        <p:spPr>
          <a:xfrm flipV="1">
            <a:off x="9224682" y="2702858"/>
            <a:ext cx="582705" cy="39444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6A9E1960-121C-05ED-2EAB-A385C2C6E3FA}"/>
              </a:ext>
            </a:extLst>
          </p:cNvPr>
          <p:cNvCxnSpPr>
            <a:cxnSpLocks/>
          </p:cNvCxnSpPr>
          <p:nvPr/>
        </p:nvCxnSpPr>
        <p:spPr>
          <a:xfrm>
            <a:off x="7835152" y="4836455"/>
            <a:ext cx="654423" cy="33169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A24FD09B-84F6-23F1-D84A-E7D758ECD697}"/>
              </a:ext>
            </a:extLst>
          </p:cNvPr>
          <p:cNvCxnSpPr>
            <a:cxnSpLocks/>
          </p:cNvCxnSpPr>
          <p:nvPr/>
        </p:nvCxnSpPr>
        <p:spPr>
          <a:xfrm>
            <a:off x="10892116" y="1689844"/>
            <a:ext cx="475129" cy="86957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7358B74-6871-D320-6711-96D67E525770}"/>
              </a:ext>
            </a:extLst>
          </p:cNvPr>
          <p:cNvSpPr txBox="1"/>
          <p:nvPr/>
        </p:nvSpPr>
        <p:spPr>
          <a:xfrm>
            <a:off x="9744633" y="1398493"/>
            <a:ext cx="16226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Carabiner hook</a:t>
            </a:r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FF2656-5BCB-D268-2E80-F65F4F113C6B}"/>
              </a:ext>
            </a:extLst>
          </p:cNvPr>
          <p:cNvSpPr txBox="1"/>
          <p:nvPr/>
        </p:nvSpPr>
        <p:spPr>
          <a:xfrm>
            <a:off x="10632139" y="3836893"/>
            <a:ext cx="1497105" cy="645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Spring loaded clip/hinge</a:t>
            </a: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9CD4C57E-ADD0-2367-EDF6-FBD833EA548B}"/>
              </a:ext>
            </a:extLst>
          </p:cNvPr>
          <p:cNvCxnSpPr>
            <a:cxnSpLocks/>
          </p:cNvCxnSpPr>
          <p:nvPr/>
        </p:nvCxnSpPr>
        <p:spPr>
          <a:xfrm flipH="1">
            <a:off x="10040467" y="4334433"/>
            <a:ext cx="672356" cy="83371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D70C593-E99A-8A7A-D7C5-E8D5DC11869A}"/>
              </a:ext>
            </a:extLst>
          </p:cNvPr>
          <p:cNvSpPr txBox="1"/>
          <p:nvPr/>
        </p:nvSpPr>
        <p:spPr>
          <a:xfrm>
            <a:off x="9735670" y="5898775"/>
            <a:ext cx="1434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Textured grip</a:t>
            </a:r>
            <a:endParaRPr lang="en-US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3902B3E-F1BB-59CE-1CD8-43F8467193B3}"/>
              </a:ext>
            </a:extLst>
          </p:cNvPr>
          <p:cNvCxnSpPr>
            <a:cxnSpLocks/>
          </p:cNvCxnSpPr>
          <p:nvPr/>
        </p:nvCxnSpPr>
        <p:spPr>
          <a:xfrm flipH="1" flipV="1">
            <a:off x="9439833" y="5562597"/>
            <a:ext cx="340659" cy="50202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22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34F5-BE66-3053-8495-02635E39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719" y="158162"/>
            <a:ext cx="4635971" cy="1071563"/>
          </a:xfrm>
        </p:spPr>
        <p:txBody>
          <a:bodyPr>
            <a:normAutofit/>
          </a:bodyPr>
          <a:lstStyle/>
          <a:p>
            <a:r>
              <a:rPr lang="en-US" sz="4000">
                <a:latin typeface="HGMaruGothicMPRO"/>
                <a:ea typeface="Calibri Light"/>
                <a:cs typeface="Calibri Light"/>
              </a:rPr>
              <a:t>Printed Designs</a:t>
            </a:r>
            <a:endParaRPr lang="en-US" sz="4000">
              <a:latin typeface="HGMaruGothicM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378A3-FA99-34D5-2A07-C1D02BAD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blue and red plastic object&#10;&#10;Description automatically generated">
            <a:extLst>
              <a:ext uri="{FF2B5EF4-FFF2-40B4-BE49-F238E27FC236}">
                <a16:creationId xmlns:a16="http://schemas.microsoft.com/office/drawing/2014/main" id="{3A167397-2B86-BF1D-2710-8131FE14F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264" y="3769750"/>
            <a:ext cx="4417782" cy="2507406"/>
          </a:xfrm>
          <a:prstGeom prst="rect">
            <a:avLst/>
          </a:prstGeom>
        </p:spPr>
      </p:pic>
      <p:pic>
        <p:nvPicPr>
          <p:cNvPr id="6" name="Picture 5" descr="A blue object on a table&#10;&#10;Description automatically generated">
            <a:extLst>
              <a:ext uri="{FF2B5EF4-FFF2-40B4-BE49-F238E27FC236}">
                <a16:creationId xmlns:a16="http://schemas.microsoft.com/office/drawing/2014/main" id="{5F2098EC-D35A-CD3E-588C-A795D2EF0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42" y="1229976"/>
            <a:ext cx="3177369" cy="2388316"/>
          </a:xfrm>
          <a:prstGeom prst="rect">
            <a:avLst/>
          </a:prstGeom>
        </p:spPr>
      </p:pic>
      <p:pic>
        <p:nvPicPr>
          <p:cNvPr id="7" name="Picture 6" descr="A watch with a strap&#10;&#10;Description automatically generated">
            <a:extLst>
              <a:ext uri="{FF2B5EF4-FFF2-40B4-BE49-F238E27FC236}">
                <a16:creationId xmlns:a16="http://schemas.microsoft.com/office/drawing/2014/main" id="{5906FE2B-A31F-9BDC-5E20-8640D62FB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619520"/>
            <a:ext cx="1507999" cy="4652681"/>
          </a:xfrm>
          <a:prstGeom prst="rect">
            <a:avLst/>
          </a:prstGeom>
        </p:spPr>
      </p:pic>
      <p:pic>
        <p:nvPicPr>
          <p:cNvPr id="8" name="Picture 7" descr="A blue and black strap&#10;&#10;Description automatically generated">
            <a:extLst>
              <a:ext uri="{FF2B5EF4-FFF2-40B4-BE49-F238E27FC236}">
                <a16:creationId xmlns:a16="http://schemas.microsoft.com/office/drawing/2014/main" id="{4D5E548E-D826-3B8F-4EE0-D13042D17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7266" y="1616758"/>
            <a:ext cx="1469190" cy="46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3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C6D1-8E0E-5861-70F4-294BEBDD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116" y="135607"/>
            <a:ext cx="4171721" cy="1325563"/>
          </a:xfrm>
        </p:spPr>
        <p:txBody>
          <a:bodyPr/>
          <a:lstStyle/>
          <a:p>
            <a:r>
              <a:rPr lang="en-US">
                <a:latin typeface="Calibri Light"/>
                <a:ea typeface="Calibri Light"/>
                <a:cs typeface="Calibri Light"/>
              </a:rPr>
              <a:t>Internal Tech</a:t>
            </a:r>
            <a:endParaRPr lang="en-US">
              <a:latin typeface="Calibri Light"/>
            </a:endParaRPr>
          </a:p>
        </p:txBody>
      </p:sp>
      <p:pic>
        <p:nvPicPr>
          <p:cNvPr id="5" name="Content Placeholder 4" descr="A purple and orange rectangular object&#10;&#10;Description automatically generated">
            <a:extLst>
              <a:ext uri="{FF2B5EF4-FFF2-40B4-BE49-F238E27FC236}">
                <a16:creationId xmlns:a16="http://schemas.microsoft.com/office/drawing/2014/main" id="{9DC29E1A-375A-F9A6-977F-6B570E6C5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8" b="924"/>
          <a:stretch/>
        </p:blipFill>
        <p:spPr>
          <a:xfrm>
            <a:off x="779518" y="1181841"/>
            <a:ext cx="10623564" cy="567191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9B4B4-540D-292C-9D38-4F108CD6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dirty="0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D3C04A-90E6-4F18-F2CF-AABBD26BB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228" y="2450100"/>
            <a:ext cx="7439026" cy="32372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4C1C44-26D5-F19B-D636-CCB3A095043E}"/>
              </a:ext>
            </a:extLst>
          </p:cNvPr>
          <p:cNvSpPr/>
          <p:nvPr/>
        </p:nvSpPr>
        <p:spPr>
          <a:xfrm>
            <a:off x="2716306" y="2563906"/>
            <a:ext cx="1389529" cy="1120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RFID</a:t>
            </a:r>
          </a:p>
          <a:p>
            <a:pPr algn="ctr"/>
            <a:r>
              <a:rPr lang="en-US">
                <a:ea typeface="Calibri"/>
                <a:cs typeface="Calibri"/>
              </a:rPr>
              <a:t>Sensor 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BB43AA-B7AE-390E-E786-C8E3BA7D6BDE}"/>
              </a:ext>
            </a:extLst>
          </p:cNvPr>
          <p:cNvSpPr/>
          <p:nvPr/>
        </p:nvSpPr>
        <p:spPr>
          <a:xfrm>
            <a:off x="4912658" y="2563906"/>
            <a:ext cx="4948517" cy="11205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Haptic vibrator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B614E0-3F4B-15FA-A7B0-CBF6E369964F}"/>
              </a:ext>
            </a:extLst>
          </p:cNvPr>
          <p:cNvSpPr/>
          <p:nvPr/>
        </p:nvSpPr>
        <p:spPr>
          <a:xfrm>
            <a:off x="4751293" y="3845858"/>
            <a:ext cx="5109881" cy="1712258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Battery (450 </a:t>
            </a:r>
            <a:r>
              <a:rPr lang="en-US" err="1">
                <a:ea typeface="Calibri"/>
                <a:cs typeface="Calibri"/>
              </a:rPr>
              <a:t>mAh</a:t>
            </a:r>
            <a:r>
              <a:rPr lang="en-US">
                <a:ea typeface="Calibri"/>
                <a:cs typeface="Calibri"/>
              </a:rPr>
              <a:t>)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59E11-3208-D9F1-FF9A-24D9734B3FDC}"/>
              </a:ext>
            </a:extLst>
          </p:cNvPr>
          <p:cNvSpPr/>
          <p:nvPr/>
        </p:nvSpPr>
        <p:spPr>
          <a:xfrm>
            <a:off x="4177553" y="3209365"/>
            <a:ext cx="600635" cy="1255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FF14EF-3FF4-155F-8018-A980BAB78903}"/>
              </a:ext>
            </a:extLst>
          </p:cNvPr>
          <p:cNvSpPr/>
          <p:nvPr/>
        </p:nvSpPr>
        <p:spPr>
          <a:xfrm>
            <a:off x="4177552" y="3003176"/>
            <a:ext cx="600635" cy="1255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F9360B-B117-0404-B974-592AE6775D95}"/>
              </a:ext>
            </a:extLst>
          </p:cNvPr>
          <p:cNvSpPr/>
          <p:nvPr/>
        </p:nvSpPr>
        <p:spPr>
          <a:xfrm>
            <a:off x="4177552" y="2796988"/>
            <a:ext cx="600635" cy="1255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987D00-B040-A799-E621-00C3C55E693C}"/>
              </a:ext>
            </a:extLst>
          </p:cNvPr>
          <p:cNvSpPr/>
          <p:nvPr/>
        </p:nvSpPr>
        <p:spPr>
          <a:xfrm>
            <a:off x="4177552" y="2608729"/>
            <a:ext cx="600635" cy="1255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12AC93-F07F-459E-866F-0DAB893D0E7E}"/>
              </a:ext>
            </a:extLst>
          </p:cNvPr>
          <p:cNvSpPr/>
          <p:nvPr/>
        </p:nvSpPr>
        <p:spPr>
          <a:xfrm>
            <a:off x="4177553" y="3424518"/>
            <a:ext cx="600635" cy="1255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EF044F-0422-716A-412A-334E56C10EC1}"/>
              </a:ext>
            </a:extLst>
          </p:cNvPr>
          <p:cNvSpPr/>
          <p:nvPr/>
        </p:nvSpPr>
        <p:spPr>
          <a:xfrm>
            <a:off x="3096270" y="5213783"/>
            <a:ext cx="978557" cy="4177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E7BDEB-14FD-A72C-DF84-88B00BA15B82}"/>
              </a:ext>
            </a:extLst>
          </p:cNvPr>
          <p:cNvSpPr/>
          <p:nvPr/>
        </p:nvSpPr>
        <p:spPr>
          <a:xfrm>
            <a:off x="2917525" y="3884417"/>
            <a:ext cx="1156771" cy="111086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Buzzer</a:t>
            </a:r>
            <a:endParaRPr lang="en-US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ED48F93-D452-E3CE-FCDB-436D07E8BE04}"/>
              </a:ext>
            </a:extLst>
          </p:cNvPr>
          <p:cNvCxnSpPr>
            <a:cxnSpLocks/>
          </p:cNvCxnSpPr>
          <p:nvPr/>
        </p:nvCxnSpPr>
        <p:spPr>
          <a:xfrm>
            <a:off x="1842841" y="4062469"/>
            <a:ext cx="1358206" cy="37932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FE6BD1-E686-9698-2AB6-0123162F6790}"/>
              </a:ext>
            </a:extLst>
          </p:cNvPr>
          <p:cNvSpPr txBox="1"/>
          <p:nvPr/>
        </p:nvSpPr>
        <p:spPr>
          <a:xfrm>
            <a:off x="346489" y="3845209"/>
            <a:ext cx="1434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Piezo electric</a:t>
            </a:r>
            <a:endParaRPr lang="en-US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97B88170-80FA-B1CC-0F56-85C86946EBB3}"/>
              </a:ext>
            </a:extLst>
          </p:cNvPr>
          <p:cNvCxnSpPr>
            <a:cxnSpLocks/>
          </p:cNvCxnSpPr>
          <p:nvPr/>
        </p:nvCxnSpPr>
        <p:spPr>
          <a:xfrm flipV="1">
            <a:off x="2558936" y="5599696"/>
            <a:ext cx="648345" cy="93238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EF5230-AAE5-B127-485A-48A8F08253C6}"/>
              </a:ext>
            </a:extLst>
          </p:cNvPr>
          <p:cNvSpPr txBox="1"/>
          <p:nvPr/>
        </p:nvSpPr>
        <p:spPr>
          <a:xfrm>
            <a:off x="1925575" y="6360726"/>
            <a:ext cx="6539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Strip</a:t>
            </a:r>
            <a:endParaRPr lang="en-US"/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FE0F24C-E138-E942-9C3F-2DA4AB6B55A7}"/>
              </a:ext>
            </a:extLst>
          </p:cNvPr>
          <p:cNvCxnSpPr>
            <a:cxnSpLocks/>
          </p:cNvCxnSpPr>
          <p:nvPr/>
        </p:nvCxnSpPr>
        <p:spPr>
          <a:xfrm>
            <a:off x="1677587" y="2281408"/>
            <a:ext cx="1339845" cy="75573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1B97A03-3E46-862E-D0D4-E35D1566584D}"/>
              </a:ext>
            </a:extLst>
          </p:cNvPr>
          <p:cNvSpPr txBox="1"/>
          <p:nvPr/>
        </p:nvSpPr>
        <p:spPr>
          <a:xfrm>
            <a:off x="410755" y="2054967"/>
            <a:ext cx="12966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Micro</a:t>
            </a:r>
          </a:p>
          <a:p>
            <a:r>
              <a:rPr lang="en-US">
                <a:ea typeface="Calibri"/>
                <a:cs typeface="Calibri"/>
              </a:rPr>
              <a:t>Read/Write</a:t>
            </a:r>
          </a:p>
          <a:p>
            <a:r>
              <a:rPr lang="en-US">
                <a:ea typeface="Calibri"/>
                <a:cs typeface="Calibri"/>
              </a:rPr>
              <a:t>13.56 MHz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ECFF25C-9163-BCCB-D609-359CE45DD7EC}"/>
              </a:ext>
            </a:extLst>
          </p:cNvPr>
          <p:cNvCxnSpPr>
            <a:cxnSpLocks/>
          </p:cNvCxnSpPr>
          <p:nvPr/>
        </p:nvCxnSpPr>
        <p:spPr>
          <a:xfrm flipV="1">
            <a:off x="1521515" y="5212976"/>
            <a:ext cx="1459194" cy="60301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210E6DB-89BE-F540-65BD-DA05939D2D9B}"/>
              </a:ext>
            </a:extLst>
          </p:cNvPr>
          <p:cNvSpPr txBox="1"/>
          <p:nvPr/>
        </p:nvSpPr>
        <p:spPr>
          <a:xfrm>
            <a:off x="116971" y="5626269"/>
            <a:ext cx="15904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Motherboard</a:t>
            </a: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46E4A18-9464-BE7C-8EF9-039B06D3FB5E}"/>
              </a:ext>
            </a:extLst>
          </p:cNvPr>
          <p:cNvSpPr/>
          <p:nvPr/>
        </p:nvSpPr>
        <p:spPr>
          <a:xfrm>
            <a:off x="4138560" y="4187379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9891F3-A7FC-CD60-2C81-AF6B4CCE99D0}"/>
              </a:ext>
            </a:extLst>
          </p:cNvPr>
          <p:cNvSpPr/>
          <p:nvPr/>
        </p:nvSpPr>
        <p:spPr>
          <a:xfrm>
            <a:off x="4331355" y="4187378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33B053E-4DBC-62AB-BE76-14ED8B946A51}"/>
              </a:ext>
            </a:extLst>
          </p:cNvPr>
          <p:cNvSpPr/>
          <p:nvPr/>
        </p:nvSpPr>
        <p:spPr>
          <a:xfrm>
            <a:off x="4533331" y="4187379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C35D3F-5191-0777-910E-16CCE6052528}"/>
              </a:ext>
            </a:extLst>
          </p:cNvPr>
          <p:cNvSpPr/>
          <p:nvPr/>
        </p:nvSpPr>
        <p:spPr>
          <a:xfrm>
            <a:off x="4331355" y="4380173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33A370-E440-312D-B23E-F2C054E7A4E3}"/>
              </a:ext>
            </a:extLst>
          </p:cNvPr>
          <p:cNvSpPr/>
          <p:nvPr/>
        </p:nvSpPr>
        <p:spPr>
          <a:xfrm>
            <a:off x="4533332" y="4380174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9987AA-D05D-FEA9-D932-76FC109D468C}"/>
              </a:ext>
            </a:extLst>
          </p:cNvPr>
          <p:cNvSpPr/>
          <p:nvPr/>
        </p:nvSpPr>
        <p:spPr>
          <a:xfrm>
            <a:off x="4138560" y="4380173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7EDAEF-3C8F-4694-98D0-743A727B37CC}"/>
              </a:ext>
            </a:extLst>
          </p:cNvPr>
          <p:cNvSpPr/>
          <p:nvPr/>
        </p:nvSpPr>
        <p:spPr>
          <a:xfrm>
            <a:off x="3413283" y="3709981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CB74AD-4ABA-DED7-E87E-A4AFCC20B869}"/>
              </a:ext>
            </a:extLst>
          </p:cNvPr>
          <p:cNvSpPr/>
          <p:nvPr/>
        </p:nvSpPr>
        <p:spPr>
          <a:xfrm>
            <a:off x="4248728" y="5371692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0B531EE-306A-98EB-3FFD-656591F80B68}"/>
              </a:ext>
            </a:extLst>
          </p:cNvPr>
          <p:cNvSpPr/>
          <p:nvPr/>
        </p:nvSpPr>
        <p:spPr>
          <a:xfrm>
            <a:off x="4478246" y="5371691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B4FCF1-8B20-6313-2740-0F7799863706}"/>
              </a:ext>
            </a:extLst>
          </p:cNvPr>
          <p:cNvSpPr/>
          <p:nvPr/>
        </p:nvSpPr>
        <p:spPr>
          <a:xfrm>
            <a:off x="3413282" y="5050366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730467F-59DF-6185-7B90-F7F2987F743C}"/>
              </a:ext>
            </a:extLst>
          </p:cNvPr>
          <p:cNvSpPr/>
          <p:nvPr/>
        </p:nvSpPr>
        <p:spPr>
          <a:xfrm>
            <a:off x="6874414" y="3682438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AE956B-8D15-D7B2-8126-270DA8DD747F}"/>
              </a:ext>
            </a:extLst>
          </p:cNvPr>
          <p:cNvSpPr/>
          <p:nvPr/>
        </p:nvSpPr>
        <p:spPr>
          <a:xfrm>
            <a:off x="7085571" y="3682439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752EF5-5902-9E7D-A704-B47722D4BAD4}"/>
              </a:ext>
            </a:extLst>
          </p:cNvPr>
          <p:cNvSpPr/>
          <p:nvPr/>
        </p:nvSpPr>
        <p:spPr>
          <a:xfrm>
            <a:off x="7315089" y="3682438"/>
            <a:ext cx="146892" cy="1377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94A57782-0FCD-8817-F832-87C33EF19447}"/>
              </a:ext>
            </a:extLst>
          </p:cNvPr>
          <p:cNvCxnSpPr>
            <a:cxnSpLocks/>
          </p:cNvCxnSpPr>
          <p:nvPr/>
        </p:nvCxnSpPr>
        <p:spPr>
          <a:xfrm flipH="1">
            <a:off x="4688323" y="1840732"/>
            <a:ext cx="744179" cy="82918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76CC6E-DC6E-1E37-D7D0-06810A4950C3}"/>
              </a:ext>
            </a:extLst>
          </p:cNvPr>
          <p:cNvSpPr txBox="1"/>
          <p:nvPr/>
        </p:nvSpPr>
        <p:spPr>
          <a:xfrm>
            <a:off x="5056200" y="1531666"/>
            <a:ext cx="16546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Gold contactors</a:t>
            </a:r>
            <a:endParaRPr lang="en-US"/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3F1565D3-3B6E-ADD4-736F-72B96A3C073C}"/>
              </a:ext>
            </a:extLst>
          </p:cNvPr>
          <p:cNvCxnSpPr>
            <a:cxnSpLocks/>
          </p:cNvCxnSpPr>
          <p:nvPr/>
        </p:nvCxnSpPr>
        <p:spPr>
          <a:xfrm>
            <a:off x="5983345" y="1840731"/>
            <a:ext cx="770640" cy="193086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8A8FBD2-6857-ADFE-ECF6-4D5181B76E12}"/>
              </a:ext>
            </a:extLst>
          </p:cNvPr>
          <p:cNvSpPr txBox="1"/>
          <p:nvPr/>
        </p:nvSpPr>
        <p:spPr>
          <a:xfrm>
            <a:off x="8969795" y="1043162"/>
            <a:ext cx="172054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Linear Resonant</a:t>
            </a:r>
          </a:p>
          <a:p>
            <a:r>
              <a:rPr lang="en-US">
                <a:ea typeface="Calibri"/>
                <a:cs typeface="Calibri"/>
              </a:rPr>
              <a:t>125 Hz </a:t>
            </a:r>
            <a:r>
              <a:rPr lang="en-US" i="1">
                <a:ea typeface="Calibri"/>
                <a:cs typeface="Calibri"/>
              </a:rPr>
              <a:t>f</a:t>
            </a:r>
          </a:p>
          <a:p>
            <a:r>
              <a:rPr lang="en-US">
                <a:ea typeface="Calibri"/>
                <a:cs typeface="Calibri"/>
              </a:rPr>
              <a:t>2.5 V DC</a:t>
            </a: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E8CAC544-71DC-429C-2002-5BFBC64D12DB}"/>
              </a:ext>
            </a:extLst>
          </p:cNvPr>
          <p:cNvCxnSpPr>
            <a:cxnSpLocks/>
          </p:cNvCxnSpPr>
          <p:nvPr/>
        </p:nvCxnSpPr>
        <p:spPr>
          <a:xfrm flipH="1">
            <a:off x="8080429" y="1257472"/>
            <a:ext cx="885063" cy="178035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BD9D6BD-8601-AD85-939B-4363CA0974CF}"/>
              </a:ext>
            </a:extLst>
          </p:cNvPr>
          <p:cNvSpPr/>
          <p:nvPr/>
        </p:nvSpPr>
        <p:spPr>
          <a:xfrm>
            <a:off x="4132513" y="4705822"/>
            <a:ext cx="532481" cy="48657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A</a:t>
            </a:r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E45C41B-2D7D-1D6C-B895-8149E88F1F77}"/>
              </a:ext>
            </a:extLst>
          </p:cNvPr>
          <p:cNvCxnSpPr>
            <a:cxnSpLocks/>
          </p:cNvCxnSpPr>
          <p:nvPr/>
        </p:nvCxnSpPr>
        <p:spPr>
          <a:xfrm flipH="1" flipV="1">
            <a:off x="4272244" y="5159022"/>
            <a:ext cx="480884" cy="122616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E31C75E-F5D2-6BDB-4B7E-1BDE4CC7DE63}"/>
              </a:ext>
            </a:extLst>
          </p:cNvPr>
          <p:cNvSpPr txBox="1"/>
          <p:nvPr/>
        </p:nvSpPr>
        <p:spPr>
          <a:xfrm>
            <a:off x="4753236" y="6232195"/>
            <a:ext cx="1617966" cy="383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Accelerometer</a:t>
            </a:r>
          </a:p>
        </p:txBody>
      </p:sp>
    </p:spTree>
    <p:extLst>
      <p:ext uri="{BB962C8B-B14F-4D97-AF65-F5344CB8AC3E}">
        <p14:creationId xmlns:p14="http://schemas.microsoft.com/office/powerpoint/2010/main" val="37776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F803-F378-2651-D7CB-EFC6DB45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494" y="105149"/>
            <a:ext cx="7779528" cy="1325563"/>
          </a:xfrm>
        </p:spPr>
        <p:txBody>
          <a:bodyPr/>
          <a:lstStyle/>
          <a:p>
            <a:r>
              <a:rPr lang="en-GB">
                <a:latin typeface="Calibri Light"/>
                <a:ea typeface="Calibri Light"/>
                <a:cs typeface="Calibri Light"/>
              </a:rPr>
              <a:t>Specifications for Haptic vibrator</a:t>
            </a:r>
            <a:endParaRPr lang="en-GB">
              <a:latin typeface="Calibri Light"/>
              <a:cs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F84D3-6696-E0C2-2018-41D18D63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16297-E250-4B71-98B7-3AA7940FCC4F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DB9A0-CD5F-D721-E0F4-EDB152E7A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640" y="1573277"/>
            <a:ext cx="7476565" cy="4918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B5D150-D18E-8198-856C-BFB5B68740FA}"/>
              </a:ext>
            </a:extLst>
          </p:cNvPr>
          <p:cNvSpPr txBox="1"/>
          <p:nvPr/>
        </p:nvSpPr>
        <p:spPr>
          <a:xfrm>
            <a:off x="4684611" y="1507449"/>
            <a:ext cx="2426676" cy="5030577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08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904E64-55E9-BCC2-70AB-B8A11DC6E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RFID vs NFC</a:t>
            </a:r>
          </a:p>
        </p:txBody>
      </p:sp>
      <p:pic>
        <p:nvPicPr>
          <p:cNvPr id="5" name="Content Placeholder 4" descr="A table with text and arrows&#10;&#10;Description automatically generated">
            <a:extLst>
              <a:ext uri="{FF2B5EF4-FFF2-40B4-BE49-F238E27FC236}">
                <a16:creationId xmlns:a16="http://schemas.microsoft.com/office/drawing/2014/main" id="{C41C7210-CBEA-D277-F281-D303FA00D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011"/>
          <a:stretch/>
        </p:blipFill>
        <p:spPr>
          <a:xfrm>
            <a:off x="4777316" y="1541003"/>
            <a:ext cx="6780700" cy="37736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860E9-DECD-98D2-F3C0-F10E26EE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57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CCC63-8259-629A-439C-C0D33B2B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RFID Sensor Range</a:t>
            </a:r>
            <a:endParaRPr lang="en-US">
              <a:solidFill>
                <a:schemeClr val="bg1"/>
              </a:solidFill>
              <a:latin typeface="HGMaruGothicMPRO"/>
              <a:ea typeface="HGMaruGothicMPRO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CB52D-70C6-495D-6316-D581A94A98D5}"/>
              </a:ext>
            </a:extLst>
          </p:cNvPr>
          <p:cNvSpPr>
            <a:spLocks/>
          </p:cNvSpPr>
          <p:nvPr/>
        </p:nvSpPr>
        <p:spPr>
          <a:xfrm>
            <a:off x="10116590" y="6485226"/>
            <a:ext cx="2040454" cy="271588"/>
          </a:xfrm>
          <a:prstGeom prst="rect">
            <a:avLst/>
          </a:prstGeom>
        </p:spPr>
        <p:txBody>
          <a:bodyPr/>
          <a:lstStyle/>
          <a:p>
            <a:pPr defTabSz="676656">
              <a:spcAft>
                <a:spcPts val="600"/>
              </a:spcAft>
            </a:pPr>
            <a:fld id="{60116297-E250-4B71-98B7-3AA7940FCC4F}" type="slidenum">
              <a:rPr lang="en-US" sz="133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676656"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307F0C-F9A3-9253-8597-61E453FB7B66}"/>
              </a:ext>
            </a:extLst>
          </p:cNvPr>
          <p:cNvSpPr/>
          <p:nvPr/>
        </p:nvSpPr>
        <p:spPr>
          <a:xfrm>
            <a:off x="1374872" y="1920677"/>
            <a:ext cx="5068521" cy="483291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43338F-49F4-C05D-8982-350A2E741988}"/>
              </a:ext>
            </a:extLst>
          </p:cNvPr>
          <p:cNvSpPr/>
          <p:nvPr/>
        </p:nvSpPr>
        <p:spPr>
          <a:xfrm>
            <a:off x="1764566" y="2320953"/>
            <a:ext cx="4291959" cy="398232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444F3D-DFBE-F6D7-9D5A-4670B94E06A7}"/>
              </a:ext>
            </a:extLst>
          </p:cNvPr>
          <p:cNvSpPr/>
          <p:nvPr/>
        </p:nvSpPr>
        <p:spPr>
          <a:xfrm>
            <a:off x="2243001" y="2682785"/>
            <a:ext cx="3403914" cy="323403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7" descr="A white particles in the sky&#10;&#10;Description automatically generated">
            <a:extLst>
              <a:ext uri="{FF2B5EF4-FFF2-40B4-BE49-F238E27FC236}">
                <a16:creationId xmlns:a16="http://schemas.microsoft.com/office/drawing/2014/main" id="{2C466B84-8F21-6F9A-24C4-8956C2954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63" y="2987861"/>
            <a:ext cx="1079325" cy="22122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75AB44-74E2-23D0-A4F1-2129CFA86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020" y="3167102"/>
            <a:ext cx="1748303" cy="979915"/>
          </a:xfrm>
          <a:prstGeom prst="rect">
            <a:avLst/>
          </a:prstGeom>
        </p:spPr>
      </p:pic>
      <p:pic>
        <p:nvPicPr>
          <p:cNvPr id="3" name="Picture 2" descr="A black wheelchair with a black background&#10;&#10;Description automatically generated">
            <a:extLst>
              <a:ext uri="{FF2B5EF4-FFF2-40B4-BE49-F238E27FC236}">
                <a16:creationId xmlns:a16="http://schemas.microsoft.com/office/drawing/2014/main" id="{440039E7-F3AE-2197-EC71-AEDAA3EE7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768" y="3769065"/>
            <a:ext cx="1292078" cy="1301043"/>
          </a:xfrm>
          <a:prstGeom prst="rect">
            <a:avLst/>
          </a:prstGeom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F31C960-A2BA-E946-6C92-F596F51EF1D9}"/>
              </a:ext>
            </a:extLst>
          </p:cNvPr>
          <p:cNvCxnSpPr>
            <a:cxnSpLocks/>
          </p:cNvCxnSpPr>
          <p:nvPr/>
        </p:nvCxnSpPr>
        <p:spPr>
          <a:xfrm flipH="1">
            <a:off x="5076024" y="2617797"/>
            <a:ext cx="1185724" cy="80670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FC819B-6700-2094-BA1B-B2E21472290A}"/>
              </a:ext>
            </a:extLst>
          </p:cNvPr>
          <p:cNvSpPr txBox="1"/>
          <p:nvPr/>
        </p:nvSpPr>
        <p:spPr>
          <a:xfrm>
            <a:off x="6259694" y="2445094"/>
            <a:ext cx="33955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76656">
              <a:spcAft>
                <a:spcPts val="600"/>
              </a:spcAft>
            </a:pPr>
            <a:r>
              <a:rPr lang="en-US" sz="1600" kern="1200">
                <a:latin typeface="+mn-lt"/>
                <a:ea typeface="+mn-ea"/>
                <a:cs typeface="Calibri"/>
              </a:rPr>
              <a:t>3 ft radius – does not trigger anything</a:t>
            </a:r>
            <a:endParaRPr lang="en-US" sz="160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BADB41B-3049-1518-6F26-576D9B9EF1A4}"/>
              </a:ext>
            </a:extLst>
          </p:cNvPr>
          <p:cNvCxnSpPr>
            <a:cxnSpLocks/>
          </p:cNvCxnSpPr>
          <p:nvPr/>
        </p:nvCxnSpPr>
        <p:spPr>
          <a:xfrm flipH="1">
            <a:off x="5828488" y="3282750"/>
            <a:ext cx="1122971" cy="72602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03E3CD-CBD8-97CB-C582-5F4205A79E51}"/>
              </a:ext>
            </a:extLst>
          </p:cNvPr>
          <p:cNvSpPr txBox="1"/>
          <p:nvPr/>
        </p:nvSpPr>
        <p:spPr>
          <a:xfrm>
            <a:off x="6949405" y="3166814"/>
            <a:ext cx="12291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76656">
              <a:spcAft>
                <a:spcPts val="600"/>
              </a:spcAft>
            </a:pPr>
            <a:r>
              <a:rPr lang="en-US" sz="1600" kern="1200">
                <a:latin typeface="+mn-lt"/>
                <a:ea typeface="+mn-ea"/>
                <a:cs typeface="Calibri"/>
              </a:rPr>
              <a:t>&gt; 3 ft radius</a:t>
            </a:r>
            <a:endParaRPr lang="en-US" sz="1600">
              <a:ea typeface="Calibri"/>
              <a:cs typeface="Calibri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549FEEA6-F293-FD75-49E1-B2091AA25D87}"/>
              </a:ext>
            </a:extLst>
          </p:cNvPr>
          <p:cNvCxnSpPr>
            <a:cxnSpLocks/>
          </p:cNvCxnSpPr>
          <p:nvPr/>
        </p:nvCxnSpPr>
        <p:spPr>
          <a:xfrm flipH="1">
            <a:off x="5984677" y="4696438"/>
            <a:ext cx="1069184" cy="77084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F7A678-F3F5-34AF-6ED7-61044764D117}"/>
              </a:ext>
            </a:extLst>
          </p:cNvPr>
          <p:cNvSpPr txBox="1"/>
          <p:nvPr/>
        </p:nvSpPr>
        <p:spPr>
          <a:xfrm>
            <a:off x="7078700" y="4532699"/>
            <a:ext cx="134567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76656">
              <a:spcAft>
                <a:spcPts val="600"/>
              </a:spcAft>
            </a:pPr>
            <a:r>
              <a:rPr lang="en-US" sz="1600" kern="1200">
                <a:latin typeface="+mn-lt"/>
                <a:ea typeface="+mn-ea"/>
                <a:cs typeface="Calibri"/>
              </a:rPr>
              <a:t>&gt; 6ft radius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C22117-5883-F2D6-0519-6D5E3EE3E645}"/>
              </a:ext>
            </a:extLst>
          </p:cNvPr>
          <p:cNvSpPr txBox="1"/>
          <p:nvPr/>
        </p:nvSpPr>
        <p:spPr>
          <a:xfrm>
            <a:off x="7039932" y="3428199"/>
            <a:ext cx="16432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6365" indent="-126365" algn="just" defTabSz="676656">
              <a:spcAft>
                <a:spcPts val="600"/>
              </a:spcAft>
              <a:buFont typeface="Arial"/>
              <a:buChar char="•"/>
            </a:pPr>
            <a:r>
              <a:rPr lang="en-US" sz="1400" kern="12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light haptic taps, 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sz="1400" kern="1200">
              <a:solidFill>
                <a:srgbClr val="555555"/>
              </a:solidFill>
              <a:latin typeface="+mn-lt"/>
              <a:ea typeface="+mn-lt"/>
              <a:cs typeface="+mn-lt"/>
            </a:endParaRPr>
          </a:p>
          <a:p>
            <a:pPr marL="126365" indent="-126365" algn="just" defTabSz="676656">
              <a:spcAft>
                <a:spcPts val="600"/>
              </a:spcAft>
              <a:buFont typeface="Arial"/>
              <a:buChar char="•"/>
            </a:pPr>
            <a:r>
              <a:rPr lang="en-US" sz="1400" kern="12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1 tap/sec</a:t>
            </a:r>
            <a:endParaRPr lang="en-US" sz="1400" kern="1200">
              <a:solidFill>
                <a:srgbClr val="555555"/>
              </a:solidFill>
              <a:latin typeface="+mn-lt"/>
              <a:ea typeface="+mn-lt"/>
              <a:cs typeface="+mn-lt"/>
            </a:endParaRPr>
          </a:p>
          <a:p>
            <a:pPr algn="just">
              <a:spcAft>
                <a:spcPts val="600"/>
              </a:spcAft>
            </a:pPr>
            <a:endParaRPr lang="en-US" sz="1200">
              <a:solidFill>
                <a:srgbClr val="0F1111"/>
              </a:solidFill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4DC7D-6FD2-7BA1-01DC-B72398698B3A}"/>
              </a:ext>
            </a:extLst>
          </p:cNvPr>
          <p:cNvSpPr txBox="1"/>
          <p:nvPr/>
        </p:nvSpPr>
        <p:spPr>
          <a:xfrm>
            <a:off x="7004165" y="4894543"/>
            <a:ext cx="2353645" cy="1800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6365" indent="-126365" algn="just" defTabSz="676656">
              <a:spcAft>
                <a:spcPts val="600"/>
              </a:spcAft>
              <a:buFont typeface="Arial"/>
              <a:buChar char="•"/>
            </a:pPr>
            <a:r>
              <a:rPr lang="en-US" sz="1400" kern="12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starts beeping,</a:t>
            </a:r>
            <a:endParaRPr lang="en-US" sz="1400" kern="1200">
              <a:latin typeface="+mn-lt"/>
              <a:ea typeface="Calibri"/>
              <a:cs typeface="Calibri"/>
            </a:endParaRPr>
          </a:p>
          <a:p>
            <a:pPr marL="126365" indent="-126365" algn="just" defTabSz="676656">
              <a:spcAft>
                <a:spcPts val="600"/>
              </a:spcAft>
              <a:buFont typeface="Arial"/>
              <a:buChar char="•"/>
            </a:pPr>
            <a:r>
              <a:rPr lang="en-US" sz="1400" kern="12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haptic turned to level max level set by the user/ caregiver,</a:t>
            </a:r>
          </a:p>
          <a:p>
            <a:pPr marL="126365" indent="-126365" algn="just" defTabSz="676656">
              <a:spcAft>
                <a:spcPts val="600"/>
              </a:spcAft>
              <a:buFont typeface="Arial"/>
              <a:buChar char="•"/>
            </a:pPr>
            <a:r>
              <a:rPr lang="en-US" sz="1400" kern="1200">
                <a:solidFill>
                  <a:srgbClr val="000000"/>
                </a:solidFill>
                <a:latin typeface="+mn-lt"/>
                <a:ea typeface="+mn-ea"/>
                <a:cs typeface="Calibri"/>
              </a:rPr>
              <a:t>caregiver/ hospital  staff notified</a:t>
            </a:r>
            <a:endParaRPr lang="en-US" sz="1400" kern="1200">
              <a:solidFill>
                <a:srgbClr val="000000"/>
              </a:solidFill>
              <a:latin typeface="+mn-lt"/>
              <a:ea typeface="Calibri"/>
              <a:cs typeface="Calibri"/>
            </a:endParaRPr>
          </a:p>
          <a:p>
            <a:pPr algn="just">
              <a:spcAft>
                <a:spcPts val="600"/>
              </a:spcAft>
            </a:pPr>
            <a:endParaRPr lang="en-US" sz="1200">
              <a:solidFill>
                <a:srgbClr val="0F111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3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people standing on a target&#10;&#10;Description automatically generated">
            <a:extLst>
              <a:ext uri="{FF2B5EF4-FFF2-40B4-BE49-F238E27FC236}">
                <a16:creationId xmlns:a16="http://schemas.microsoft.com/office/drawing/2014/main" id="{ED66A2F4-B0B3-131D-0641-3D9C90D22E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3808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4521C-F3BD-4E79-D5D7-D522B81F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1" y="1170252"/>
            <a:ext cx="6046872" cy="1124712"/>
          </a:xfrm>
        </p:spPr>
        <p:txBody>
          <a:bodyPr anchor="b">
            <a:noAutofit/>
          </a:bodyPr>
          <a:lstStyle/>
          <a:p>
            <a:r>
              <a:rPr lang="en-US" sz="3600">
                <a:solidFill>
                  <a:schemeClr val="bg1"/>
                </a:solidFill>
                <a:latin typeface="Calibri Light"/>
                <a:cs typeface="Calibri"/>
              </a:rPr>
              <a:t>Target market/Business viability</a:t>
            </a:r>
            <a:endParaRPr lang="en-US" sz="3600">
              <a:solidFill>
                <a:schemeClr val="bg1"/>
              </a:solidFill>
              <a:latin typeface="Calibri Ligh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0796C-7F5B-10B3-AA99-C9B1071EE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89" y="2709089"/>
            <a:ext cx="4962905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>
                <a:solidFill>
                  <a:schemeClr val="bg1"/>
                </a:solidFill>
                <a:cs typeface="Calibri"/>
              </a:rPr>
              <a:t>Market Characteristics:</a:t>
            </a:r>
            <a:endParaRPr lang="en-US" sz="1800" b="1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18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>
                <a:solidFill>
                  <a:schemeClr val="bg1"/>
                </a:solidFill>
                <a:cs typeface="Calibri"/>
              </a:rPr>
              <a:t>Age Group: Primarily targeting individuals aged 58 and above.</a:t>
            </a:r>
            <a:endParaRPr lang="en-US" sz="18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>
                <a:solidFill>
                  <a:schemeClr val="bg1"/>
                </a:solidFill>
                <a:cs typeface="Calibri"/>
              </a:rPr>
              <a:t>Health Conditions: Those with conditions like dementia, mobility challenges, or other impairments.</a:t>
            </a:r>
            <a:endParaRPr lang="en-US" sz="18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>
                <a:solidFill>
                  <a:schemeClr val="bg1"/>
                </a:solidFill>
                <a:cs typeface="Calibri"/>
              </a:rPr>
              <a:t>Caregivers: Family members, healthcare providers, or assisted living facilities looking for solutions to enhance patient safety</a:t>
            </a:r>
            <a:endParaRPr lang="en-US" sz="18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700">
              <a:solidFill>
                <a:schemeClr val="bg1"/>
              </a:solidFill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034FB-DB51-D7A9-26F9-AE072FC3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0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41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19EAC-D8B4-4E0F-41BB-44CA25C9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164124"/>
            <a:ext cx="4140014" cy="920531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Business Model </a:t>
            </a:r>
          </a:p>
        </p:txBody>
      </p:sp>
      <p:pic>
        <p:nvPicPr>
          <p:cNvPr id="5" name="Picture 4" descr="A person wearing a smart watch&#10;&#10;Description automatically generated">
            <a:extLst>
              <a:ext uri="{FF2B5EF4-FFF2-40B4-BE49-F238E27FC236}">
                <a16:creationId xmlns:a16="http://schemas.microsoft.com/office/drawing/2014/main" id="{1D9B6548-DC26-EA73-56F7-7E8ED68EDF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17" r="9405"/>
          <a:stretch/>
        </p:blipFill>
        <p:spPr>
          <a:xfrm>
            <a:off x="187589" y="398595"/>
            <a:ext cx="6280388" cy="6236667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88637-C2F1-CF97-616D-D38DB3FA2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860" y="1192536"/>
            <a:ext cx="5328392" cy="5524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The business model for the hand band can be explored in both B2C and B2B markets.</a:t>
            </a:r>
            <a:endParaRPr lang="en-US" sz="2000">
              <a:cs typeface="Calibri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B2C (Business-to-Consumer):</a:t>
            </a:r>
            <a:endParaRPr lang="en-US" sz="2000" b="1"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Online Sales: Utilize e-commerce platforms to directly reach end-users and caregivers.</a:t>
            </a:r>
            <a:endParaRPr lang="en-US" sz="2000"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Retail Partnerships: Collaborate with retailers specializing in medical equipment or aging care products.</a:t>
            </a:r>
            <a:endParaRPr lang="en-US" sz="2000">
              <a:cs typeface="Calibri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B2B (Business-to-Business):</a:t>
            </a:r>
            <a:endParaRPr lang="en-US" sz="2000" b="1"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Healthcare Institutions: Partner with hospitals, clinics, and assisted living facilities to provide the hand bands as part of patient care and safety.</a:t>
            </a:r>
            <a:endParaRPr lang="en-US" sz="2000"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Distribution to Retailers: Establish relationships with distributors who cater to healthcare and senior care products.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0446B-056A-8D32-B8C3-5739A422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0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BAD51-5242-8D46-E6A3-9AE299E49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458" y="607172"/>
            <a:ext cx="3101789" cy="1352457"/>
          </a:xfrm>
        </p:spPr>
        <p:txBody>
          <a:bodyPr>
            <a:normAutofit/>
          </a:bodyPr>
          <a:lstStyle/>
          <a:p>
            <a:r>
              <a:rPr lang="en-US">
                <a:latin typeface="Calibri Light"/>
                <a:ea typeface="Calibri"/>
                <a:cs typeface="Calibri"/>
              </a:rPr>
              <a:t>Stakeholders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7F32D-C015-DA3D-80A3-213951BC8328}"/>
              </a:ext>
            </a:extLst>
          </p:cNvPr>
          <p:cNvSpPr>
            <a:spLocks/>
          </p:cNvSpPr>
          <p:nvPr/>
        </p:nvSpPr>
        <p:spPr>
          <a:xfrm>
            <a:off x="1834643" y="2228088"/>
            <a:ext cx="3837422" cy="18468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704088">
              <a:spcAft>
                <a:spcPts val="600"/>
              </a:spcAft>
            </a:pPr>
            <a:r>
              <a:rPr lang="en-US" sz="2000" b="1" kern="1200">
                <a:latin typeface="+mn-lt"/>
                <a:ea typeface="+mn-ea"/>
                <a:cs typeface="Calibri"/>
              </a:rPr>
              <a:t>Caregivers</a:t>
            </a:r>
            <a:endParaRPr lang="en-US" sz="2000" b="1" kern="1200">
              <a:latin typeface="+mn-lt"/>
              <a:ea typeface="Calibri"/>
              <a:cs typeface="Calibri"/>
            </a:endParaRPr>
          </a:p>
          <a:p>
            <a:pPr defTabSz="704088">
              <a:spcAft>
                <a:spcPts val="600"/>
              </a:spcAft>
            </a:pPr>
            <a:r>
              <a:rPr lang="en-US" sz="2000" kern="1200">
                <a:latin typeface="+mn-lt"/>
                <a:ea typeface="+mn-ea"/>
                <a:cs typeface="Calibri"/>
              </a:rPr>
              <a:t>The fall detection feature can help caregivers to get notified when their loved ones have had a fall and need assistance. </a:t>
            </a:r>
            <a:endParaRPr lang="en-US" sz="2000" kern="1200">
              <a:latin typeface="+mn-lt"/>
              <a:ea typeface="Calibri"/>
              <a:cs typeface="Calibri"/>
            </a:endParaRPr>
          </a:p>
          <a:p>
            <a:pPr defTabSz="704088">
              <a:spcAft>
                <a:spcPts val="600"/>
              </a:spcAft>
              <a:buFont typeface="Calibri" panose="020B0604020202020204" pitchFamily="34" charset="0"/>
              <a:buChar char="-"/>
            </a:pPr>
            <a:endParaRPr lang="en-US" sz="1386" kern="1200">
              <a:solidFill>
                <a:schemeClr val="tx1"/>
              </a:solidFill>
              <a:latin typeface="+mn-lt"/>
              <a:ea typeface="+mn-ea"/>
              <a:cs typeface="Calibri"/>
            </a:endParaRPr>
          </a:p>
          <a:p>
            <a:pPr defTabSz="704088">
              <a:spcAft>
                <a:spcPts val="600"/>
              </a:spcAft>
              <a:buFont typeface="Calibri" panose="020B0604020202020204" pitchFamily="34" charset="0"/>
              <a:buChar char="-"/>
            </a:pPr>
            <a:endParaRPr lang="en-US" sz="1386" kern="1200">
              <a:solidFill>
                <a:schemeClr val="tx1"/>
              </a:solidFill>
              <a:latin typeface="+mn-lt"/>
              <a:ea typeface="+mn-ea"/>
              <a:cs typeface="Calibri"/>
            </a:endParaRPr>
          </a:p>
          <a:p>
            <a:pPr>
              <a:spcAft>
                <a:spcPts val="600"/>
              </a:spcAft>
              <a:buFont typeface="Calibri" panose="020B0604020202020204" pitchFamily="34" charset="0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84EF9-9FCF-1E34-6468-C389E0B31521}"/>
              </a:ext>
            </a:extLst>
          </p:cNvPr>
          <p:cNvSpPr>
            <a:spLocks/>
          </p:cNvSpPr>
          <p:nvPr/>
        </p:nvSpPr>
        <p:spPr>
          <a:xfrm>
            <a:off x="7941124" y="5893010"/>
            <a:ext cx="2133348" cy="283953"/>
          </a:xfrm>
          <a:prstGeom prst="rect">
            <a:avLst/>
          </a:prstGeom>
        </p:spPr>
        <p:txBody>
          <a:bodyPr/>
          <a:lstStyle/>
          <a:p>
            <a:pPr defTabSz="704088">
              <a:spcAft>
                <a:spcPts val="600"/>
              </a:spcAft>
            </a:pPr>
            <a:fld id="{60116297-E250-4B71-98B7-3AA7940FCC4F}" type="slidenum">
              <a:rPr lang="en-US" sz="1386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704088"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89274E-7D5C-9A85-EF83-97C78982E882}"/>
              </a:ext>
            </a:extLst>
          </p:cNvPr>
          <p:cNvSpPr txBox="1">
            <a:spLocks/>
          </p:cNvSpPr>
          <p:nvPr/>
        </p:nvSpPr>
        <p:spPr>
          <a:xfrm>
            <a:off x="6127909" y="2228087"/>
            <a:ext cx="4229448" cy="18132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04088">
              <a:spcBef>
                <a:spcPts val="770"/>
              </a:spcBef>
              <a:buNone/>
            </a:pPr>
            <a:r>
              <a:rPr lang="en-US" sz="2150" b="1" kern="1200">
                <a:latin typeface="+mn-lt"/>
                <a:ea typeface="+mn-ea"/>
                <a:cs typeface="Calibri"/>
              </a:rPr>
              <a:t>Elderly person</a:t>
            </a:r>
            <a:endParaRPr lang="en-US" sz="2150" b="1" kern="1200">
              <a:latin typeface="+mn-lt"/>
              <a:ea typeface="+mn-ea"/>
              <a:cs typeface="+mn-cs"/>
            </a:endParaRPr>
          </a:p>
          <a:p>
            <a:pPr marL="0" indent="0" defTabSz="704088">
              <a:spcBef>
                <a:spcPts val="770"/>
              </a:spcBef>
              <a:buNone/>
            </a:pPr>
            <a:r>
              <a:rPr lang="en-US" sz="1800" kern="1200">
                <a:latin typeface="+mn-lt"/>
                <a:ea typeface="+mn-ea"/>
                <a:cs typeface="Calibri"/>
              </a:rPr>
              <a:t>This alert system can remind the elderly if they have forgotten their </a:t>
            </a:r>
            <a:r>
              <a:rPr lang="en-US" sz="1800" kern="1200">
                <a:solidFill>
                  <a:srgbClr val="0D0D0D"/>
                </a:solidFill>
                <a:latin typeface="+mn-lt"/>
                <a:ea typeface="+mn-lt"/>
                <a:cs typeface="+mn-lt"/>
              </a:rPr>
              <a:t>walking canes or other assistive devices behind.</a:t>
            </a:r>
          </a:p>
          <a:p>
            <a:pPr marL="175895" indent="-175895" defTabSz="704088">
              <a:spcBef>
                <a:spcPts val="770"/>
              </a:spcBef>
              <a:buFont typeface="Calibri" panose="020B0604020202020204" pitchFamily="34" charset="0"/>
              <a:buChar char="-"/>
            </a:pPr>
            <a:endParaRPr lang="en-US" sz="2156" kern="120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AEE3B6-7EAC-9518-8651-9044E459979C}"/>
              </a:ext>
            </a:extLst>
          </p:cNvPr>
          <p:cNvSpPr txBox="1">
            <a:spLocks/>
          </p:cNvSpPr>
          <p:nvPr/>
        </p:nvSpPr>
        <p:spPr>
          <a:xfrm>
            <a:off x="3755177" y="4220124"/>
            <a:ext cx="4893370" cy="12315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04088">
              <a:spcBef>
                <a:spcPts val="770"/>
              </a:spcBef>
              <a:buNone/>
            </a:pPr>
            <a:r>
              <a:rPr lang="en-US" sz="2156" b="1" kern="12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Manufacturers</a:t>
            </a:r>
          </a:p>
          <a:p>
            <a:pPr marL="0" indent="0" defTabSz="704088">
              <a:spcBef>
                <a:spcPts val="770"/>
              </a:spcBef>
              <a:buNone/>
            </a:pPr>
            <a:r>
              <a:rPr lang="en-US" sz="1800" kern="1200">
                <a:latin typeface="+mn-lt"/>
                <a:ea typeface="+mn-ea"/>
                <a:cs typeface="Calibri"/>
              </a:rPr>
              <a:t>Manufacturers can integrate this alerting device in their products like wheelchairs, walking canes, hearing aids, etc. </a:t>
            </a:r>
            <a:endParaRPr lang="en-US" sz="1800" kern="1200">
              <a:latin typeface="+mn-lt"/>
              <a:ea typeface="Calibri"/>
              <a:cs typeface="Calibri"/>
            </a:endParaRPr>
          </a:p>
          <a:p>
            <a:pPr marL="0" indent="0" defTabSz="704088">
              <a:spcBef>
                <a:spcPts val="770"/>
              </a:spcBef>
              <a:buNone/>
            </a:pPr>
            <a:endParaRPr lang="en-US" sz="2156" kern="1200">
              <a:solidFill>
                <a:schemeClr val="tx1"/>
              </a:solidFill>
              <a:latin typeface="+mn-lt"/>
              <a:ea typeface="+mn-ea"/>
              <a:cs typeface="Calibri"/>
            </a:endParaRPr>
          </a:p>
          <a:p>
            <a:pPr marL="175895" indent="-175895" defTabSz="704088">
              <a:spcBef>
                <a:spcPts val="770"/>
              </a:spcBef>
              <a:buFont typeface="Calibri" panose="020B0604020202020204" pitchFamily="34" charset="0"/>
              <a:buChar char="-"/>
            </a:pPr>
            <a:endParaRPr lang="en-US" sz="2156" kern="120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 marL="175895" indent="-175895" defTabSz="704088">
              <a:spcBef>
                <a:spcPts val="770"/>
              </a:spcBef>
              <a:buFont typeface="Calibri" panose="020B0604020202020204" pitchFamily="34" charset="0"/>
              <a:buChar char="-"/>
            </a:pPr>
            <a:endParaRPr lang="en-US" sz="2156" kern="120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101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-up of a person&amp;#39;s hands&#10;&#10;Description automatically generated">
            <a:extLst>
              <a:ext uri="{FF2B5EF4-FFF2-40B4-BE49-F238E27FC236}">
                <a16:creationId xmlns:a16="http://schemas.microsoft.com/office/drawing/2014/main" id="{BECB5FDC-9DBF-1A28-CD79-47550F147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9" r="26555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0059" y="2556689"/>
            <a:ext cx="10126575" cy="3798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We have evaluated product on the following ways :</a:t>
            </a:r>
            <a:endParaRPr lang="en-US" sz="2000">
              <a:cs typeface="Calibri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cs typeface="Calibri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Effectiveness: </a:t>
            </a:r>
            <a:r>
              <a:rPr lang="en-US" sz="2000"/>
              <a:t>Evaluation of the reliability of alerts and notifications provided by the product.</a:t>
            </a:r>
            <a:endParaRPr lang="en-US" sz="2000">
              <a:cs typeface="Calibri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Ease of understanding and usage, especially for seniors. product's interface and setup process  are </a:t>
            </a:r>
            <a:r>
              <a:rPr lang="en-US" sz="2000" b="1"/>
              <a:t>easy- User-Friendly</a:t>
            </a:r>
            <a:endParaRPr lang="en-US" sz="2000" b="1">
              <a:cs typeface="Calibri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Inspection of the comfort level for prolonged use. </a:t>
            </a:r>
            <a:endParaRPr lang="en-US" sz="2000">
              <a:cs typeface="Calibri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Assessment of any interference with the wearer's daily activities.</a:t>
            </a:r>
            <a:endParaRPr lang="en-US" sz="2000">
              <a:cs typeface="Calibri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Affordability:</a:t>
            </a:r>
            <a:r>
              <a:rPr lang="en-US" sz="2000"/>
              <a:t> provides value for money.</a:t>
            </a:r>
            <a:endParaRPr lang="en-US" sz="2000">
              <a:cs typeface="Calibri"/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770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0116297-E250-4B71-98B7-3AA7940FCC4F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8685E0-8FC1-A5C2-4BEF-3B93BDFB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8" y="1127125"/>
            <a:ext cx="10515600" cy="1325563"/>
          </a:xfrm>
        </p:spPr>
        <p:txBody>
          <a:bodyPr/>
          <a:lstStyle/>
          <a:p>
            <a:r>
              <a:rPr lang="en-GB">
                <a:cs typeface="Calibri Light"/>
              </a:rPr>
              <a:t>Competitive Benchmarking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462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3EC6-06DF-25CE-E396-4CA26079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8" y="621700"/>
            <a:ext cx="8102751" cy="694261"/>
          </a:xfrm>
        </p:spPr>
        <p:txBody>
          <a:bodyPr anchor="t">
            <a:noAutofit/>
          </a:bodyPr>
          <a:lstStyle/>
          <a:p>
            <a:r>
              <a:rPr lang="en-US">
                <a:latin typeface="Calibri Light"/>
                <a:cs typeface="Calibri"/>
              </a:rPr>
              <a:t>Comparing 3-4 existing solutions</a:t>
            </a:r>
            <a:endParaRPr lang="en-US">
              <a:latin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31DE9-A788-882A-2BBE-E69A01A72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546" y="751555"/>
            <a:ext cx="5946040" cy="21063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2000">
              <a:cs typeface="Calibri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2000">
              <a:cs typeface="Calibri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681E0-7E44-95A4-CC24-ACD7A173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DB71B7-E5C8-019B-942B-6DDA00784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761767"/>
              </p:ext>
            </p:extLst>
          </p:nvPr>
        </p:nvGraphicFramePr>
        <p:xfrm>
          <a:off x="996461" y="1688123"/>
          <a:ext cx="9766412" cy="4625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7533">
                  <a:extLst>
                    <a:ext uri="{9D8B030D-6E8A-4147-A177-3AD203B41FA5}">
                      <a16:colId xmlns:a16="http://schemas.microsoft.com/office/drawing/2014/main" val="2359061825"/>
                    </a:ext>
                  </a:extLst>
                </a:gridCol>
                <a:gridCol w="2518274">
                  <a:extLst>
                    <a:ext uri="{9D8B030D-6E8A-4147-A177-3AD203B41FA5}">
                      <a16:colId xmlns:a16="http://schemas.microsoft.com/office/drawing/2014/main" val="692797040"/>
                    </a:ext>
                  </a:extLst>
                </a:gridCol>
                <a:gridCol w="2516843">
                  <a:extLst>
                    <a:ext uri="{9D8B030D-6E8A-4147-A177-3AD203B41FA5}">
                      <a16:colId xmlns:a16="http://schemas.microsoft.com/office/drawing/2014/main" val="1696760089"/>
                    </a:ext>
                  </a:extLst>
                </a:gridCol>
                <a:gridCol w="2443762">
                  <a:extLst>
                    <a:ext uri="{9D8B030D-6E8A-4147-A177-3AD203B41FA5}">
                      <a16:colId xmlns:a16="http://schemas.microsoft.com/office/drawing/2014/main" val="1032990826"/>
                    </a:ext>
                  </a:extLst>
                </a:gridCol>
              </a:tblGrid>
              <a:tr h="944337">
                <a:tc>
                  <a:txBody>
                    <a:bodyPr/>
                    <a:lstStyle/>
                    <a:p>
                      <a:r>
                        <a:rPr lang="en-US" sz="2400" b="1"/>
                        <a:t>Devices </a:t>
                      </a:r>
                    </a:p>
                  </a:txBody>
                  <a:tcPr marL="91272" marR="91272" marT="45636" marB="45636"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Necklaces</a:t>
                      </a:r>
                    </a:p>
                  </a:txBody>
                  <a:tcPr marL="91272" marR="91272" marT="45636" marB="45636"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Shoe inserts</a:t>
                      </a:r>
                    </a:p>
                  </a:txBody>
                  <a:tcPr marL="91272" marR="91272" marT="45636" marB="45636"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Smart phone apps</a:t>
                      </a:r>
                    </a:p>
                  </a:txBody>
                  <a:tcPr marL="91272" marR="91272" marT="45636" marB="45636"/>
                </a:tc>
                <a:extLst>
                  <a:ext uri="{0D108BD9-81ED-4DB2-BD59-A6C34878D82A}">
                    <a16:rowId xmlns:a16="http://schemas.microsoft.com/office/drawing/2014/main" val="3968095577"/>
                  </a:ext>
                </a:extLst>
              </a:tr>
              <a:tr h="3680987">
                <a:tc>
                  <a:txBody>
                    <a:bodyPr/>
                    <a:lstStyle/>
                    <a:p>
                      <a:r>
                        <a:rPr lang="en-US" sz="2400" b="0"/>
                        <a:t>Flaws</a:t>
                      </a:r>
                    </a:p>
                  </a:txBody>
                  <a:tcPr marL="91272" marR="91272" marT="45636" marB="45636"/>
                </a:tc>
                <a:tc>
                  <a:txBody>
                    <a:bodyPr/>
                    <a:lstStyle/>
                    <a:p>
                      <a:r>
                        <a:rPr lang="en-US" sz="2400" b="0"/>
                        <a:t>Not be used for people with neck sensitivity or discomfort,</a:t>
                      </a:r>
                    </a:p>
                    <a:p>
                      <a:pPr lvl="0">
                        <a:buNone/>
                      </a:pPr>
                      <a:r>
                        <a:rPr lang="en-US" sz="2400" b="0"/>
                        <a:t>High chance of misplacement</a:t>
                      </a:r>
                    </a:p>
                  </a:txBody>
                  <a:tcPr marL="91272" marR="91272" marT="45636" marB="45636"/>
                </a:tc>
                <a:tc>
                  <a:txBody>
                    <a:bodyPr/>
                    <a:lstStyle/>
                    <a:p>
                      <a:r>
                        <a:rPr lang="en-US" sz="2400" b="0"/>
                        <a:t>Discomfort, not suitable for people who doesn’t wear shoes frequently.</a:t>
                      </a:r>
                    </a:p>
                    <a:p>
                      <a:pPr lvl="0">
                        <a:buNone/>
                      </a:pPr>
                      <a:r>
                        <a:rPr lang="en-US" sz="2400" b="0"/>
                        <a:t>Challenge to monitor wearer's moves</a:t>
                      </a:r>
                    </a:p>
                  </a:txBody>
                  <a:tcPr marL="91272" marR="91272" marT="45636" marB="45636"/>
                </a:tc>
                <a:tc>
                  <a:txBody>
                    <a:bodyPr/>
                    <a:lstStyle/>
                    <a:p>
                      <a:r>
                        <a:rPr lang="en-US" sz="2400" b="0"/>
                        <a:t>Can be helpful only to people who use actively smart phone.</a:t>
                      </a:r>
                    </a:p>
                    <a:p>
                      <a:pPr lvl="0">
                        <a:buNone/>
                      </a:pPr>
                      <a:r>
                        <a:rPr lang="en-US" sz="2400" b="0"/>
                        <a:t>Chance of technical issues or battery issues</a:t>
                      </a:r>
                    </a:p>
                  </a:txBody>
                  <a:tcPr marL="91272" marR="91272" marT="45636" marB="45636"/>
                </a:tc>
                <a:extLst>
                  <a:ext uri="{0D108BD9-81ED-4DB2-BD59-A6C34878D82A}">
                    <a16:rowId xmlns:a16="http://schemas.microsoft.com/office/drawing/2014/main" val="420208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73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063B5C-E7EA-6AE0-F893-92E5D7FC89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-2" b="626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D34942-B3D5-2ADD-4B50-7EEDFCEFB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541" y="365125"/>
            <a:ext cx="8086165" cy="13524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Advantage of choosing wrist bands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EA54A-94E4-4CD3-E412-FB596399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67F1E07-3D38-EDFA-0417-DE924A331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509854"/>
              </p:ext>
            </p:extLst>
          </p:nvPr>
        </p:nvGraphicFramePr>
        <p:xfrm>
          <a:off x="756139" y="1145687"/>
          <a:ext cx="10609383" cy="5394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807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7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hank You Medical Images - Free Download on Freepik">
            <a:extLst>
              <a:ext uri="{FF2B5EF4-FFF2-40B4-BE49-F238E27FC236}">
                <a16:creationId xmlns:a16="http://schemas.microsoft.com/office/drawing/2014/main" id="{20FB9B49-409D-7A31-1CB1-419D06063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511" y="688290"/>
            <a:ext cx="6539189" cy="55262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C047E-D60B-38B5-A0E8-FDD220CB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0116297-E250-4B71-98B7-3AA7940FCC4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75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Original problem description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CareConnect</vt:lpstr>
      <vt:lpstr>PowerPoint Presentation</vt:lpstr>
      <vt:lpstr>Printed Designs</vt:lpstr>
      <vt:lpstr>Internal Tech</vt:lpstr>
      <vt:lpstr>Specifications for Haptic vibrator</vt:lpstr>
      <vt:lpstr>RFID vs NFC</vt:lpstr>
      <vt:lpstr>RFID Sensor Range</vt:lpstr>
      <vt:lpstr>Target market/Business viability</vt:lpstr>
      <vt:lpstr>Business Model </vt:lpstr>
      <vt:lpstr>Stakeholders</vt:lpstr>
      <vt:lpstr>Competitive Benchmarking</vt:lpstr>
      <vt:lpstr>Comparing 3-4 existing solutions</vt:lpstr>
      <vt:lpstr>Advantage of choosing wrist bands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dc:creator>Nylie Sauffian</dc:creator>
  <cp:revision>3</cp:revision>
  <dcterms:created xsi:type="dcterms:W3CDTF">2019-01-17T20:03:36Z</dcterms:created>
  <dcterms:modified xsi:type="dcterms:W3CDTF">2024-02-19T01:44:54Z</dcterms:modified>
</cp:coreProperties>
</file>